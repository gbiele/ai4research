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5"/>
  </p:notesMasterIdLst>
  <p:handoutMasterIdLst>
    <p:handoutMasterId r:id="rId16"/>
  </p:handoutMasterIdLst>
  <p:sldIdLst>
    <p:sldId id="272" r:id="rId5"/>
    <p:sldId id="257" r:id="rId6"/>
    <p:sldId id="258" r:id="rId7"/>
    <p:sldId id="259" r:id="rId8"/>
    <p:sldId id="260" r:id="rId9"/>
    <p:sldId id="269" r:id="rId10"/>
    <p:sldId id="263" r:id="rId11"/>
    <p:sldId id="270" r:id="rId12"/>
    <p:sldId id="271" r:id="rId13"/>
    <p:sldId id="266" r:id="rId14"/>
  </p:sldIdLst>
  <p:sldSz cx="12192000" cy="6858000"/>
  <p:notesSz cx="6858000" cy="9144000"/>
  <p:defaultTextStyle>
    <a:defPPr>
      <a:defRPr lang="en-US"/>
    </a:defPPr>
    <a:lvl1pPr marL="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E898702-9BF6-7594-0690-81F6E29F734F}" name="Ørvik, Ida Marie Scheie" initials="ØS" userId="S::idamariescheie.orvik@fhi.no::2f0d3b28-8b25-4e1f-b4b0-3a02ee64304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EBF4"/>
    <a:srgbClr val="767676"/>
    <a:srgbClr val="D14641"/>
    <a:srgbClr val="04AB79"/>
    <a:srgbClr val="41A97B"/>
    <a:srgbClr val="393C61"/>
    <a:srgbClr val="FEEED9"/>
    <a:srgbClr val="FFF0F0"/>
    <a:srgbClr val="73ACC2"/>
    <a:srgbClr val="436D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94030" autoAdjust="0"/>
  </p:normalViewPr>
  <p:slideViewPr>
    <p:cSldViewPr snapToGrid="0">
      <p:cViewPr varScale="1">
        <p:scale>
          <a:sx n="117" d="100"/>
          <a:sy n="117" d="100"/>
        </p:scale>
        <p:origin x="13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8" d="100"/>
          <a:sy n="48" d="100"/>
        </p:scale>
        <p:origin x="3156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>
            <a:extLst>
              <a:ext uri="{FF2B5EF4-FFF2-40B4-BE49-F238E27FC236}">
                <a16:creationId xmlns:a16="http://schemas.microsoft.com/office/drawing/2014/main" id="{B99BD9BF-B05B-5260-082F-C09B3482736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1D57791B-214C-2B4E-7D70-1E124317EF1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31F25-498C-4A0B-AD1F-EC339DC2833B}" type="datetimeFigureOut">
              <a:rPr lang="nb-NO" smtClean="0"/>
              <a:t>28.04.2026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CB0D786B-1091-057A-6856-4A7114FCA9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3C39774A-AE68-2103-91FD-5386B02EEB6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73E23-5291-4DDF-B120-F5C140729BB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29762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EBC5B-04F3-4C11-9453-AD70019F1296}" type="datetimeFigureOut">
              <a:rPr lang="nb-NO" smtClean="0"/>
              <a:t>28.04.2026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Rediger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AD8F3-0350-44BA-933B-98872F5805A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62048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32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63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395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26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657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789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920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052" algn="l" defTabSz="9142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hyperlink" Target="https://www.youtube.com/watch?v=yRtFzT4kNrk" TargetMode="External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ktangel 10">
            <a:extLst>
              <a:ext uri="{FF2B5EF4-FFF2-40B4-BE49-F238E27FC236}">
                <a16:creationId xmlns:a16="http://schemas.microsoft.com/office/drawing/2014/main" id="{643BC7A7-5C0C-4CBB-898C-EA6C636520E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450"/>
          </a:p>
        </p:txBody>
      </p:sp>
      <p:sp>
        <p:nvSpPr>
          <p:cNvPr id="2" name="Plassholder for tekst 1">
            <a:extLst>
              <a:ext uri="{FF2B5EF4-FFF2-40B4-BE49-F238E27FC236}">
                <a16:creationId xmlns:a16="http://schemas.microsoft.com/office/drawing/2014/main" id="{9CBEFC26-1592-4935-998C-8DC22E61E2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87632" y="4652765"/>
            <a:ext cx="1575130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1250">
                <a:solidFill>
                  <a:schemeClr val="accent2"/>
                </a:solidFill>
              </a:defRPr>
            </a:lvl1pPr>
          </a:lstStyle>
          <a:p>
            <a:pPr lvl="0"/>
            <a:r>
              <a:rPr lang="nb-NO" noProof="0" dirty="0" err="1"/>
              <a:t>dd.dd.dddd</a:t>
            </a:r>
            <a:endParaRPr lang="nb-NO" noProof="0" dirty="0"/>
          </a:p>
        </p:txBody>
      </p:sp>
      <p:sp>
        <p:nvSpPr>
          <p:cNvPr id="15" name="Plassholder for tekst 12">
            <a:extLst>
              <a:ext uri="{FF2B5EF4-FFF2-40B4-BE49-F238E27FC236}">
                <a16:creationId xmlns:a16="http://schemas.microsoft.com/office/drawing/2014/main" id="{F0E40FAC-DF77-434E-86EF-C54ECA3869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87632" y="3037099"/>
            <a:ext cx="7807127" cy="800347"/>
          </a:xfrm>
        </p:spPr>
        <p:txBody>
          <a:bodyPr lIns="0" tIns="0" rIns="0" bIns="0" anchor="b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1">
                <a:solidFill>
                  <a:srgbClr val="FFFFFF"/>
                </a:solidFill>
              </a:defRPr>
            </a:lvl1pPr>
          </a:lstStyle>
          <a:p>
            <a:pPr lvl="0"/>
            <a:r>
              <a:rPr lang="nb-NO" dirty="0"/>
              <a:t>Klikk for å legge til tittel</a:t>
            </a:r>
          </a:p>
        </p:txBody>
      </p:sp>
      <p:sp>
        <p:nvSpPr>
          <p:cNvPr id="17" name="Plassholder for tekst 15">
            <a:extLst>
              <a:ext uri="{FF2B5EF4-FFF2-40B4-BE49-F238E27FC236}">
                <a16:creationId xmlns:a16="http://schemas.microsoft.com/office/drawing/2014/main" id="{6F12FC5E-4545-42F2-9348-0E18A3CB2D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87633" y="4096793"/>
            <a:ext cx="7807127" cy="415547"/>
          </a:xfr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1">
                <a:solidFill>
                  <a:srgbClr val="FFFFFF"/>
                </a:solidFill>
              </a:defRPr>
            </a:lvl1pPr>
          </a:lstStyle>
          <a:p>
            <a:pPr lvl="0"/>
            <a:r>
              <a:rPr lang="nb-NO" dirty="0"/>
              <a:t>Klikk for å legge til undertittel</a:t>
            </a:r>
          </a:p>
        </p:txBody>
      </p:sp>
      <p:pic>
        <p:nvPicPr>
          <p:cNvPr id="4" name="Grafikk 3">
            <a:extLst>
              <a:ext uri="{FF2B5EF4-FFF2-40B4-BE49-F238E27FC236}">
                <a16:creationId xmlns:a16="http://schemas.microsoft.com/office/drawing/2014/main" id="{F6ACC6E4-AA3C-DA2B-D090-D284292464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12674" y="5619245"/>
            <a:ext cx="1169234" cy="561517"/>
          </a:xfrm>
          <a:prstGeom prst="rect">
            <a:avLst/>
          </a:prstGeom>
        </p:spPr>
      </p:pic>
      <p:pic>
        <p:nvPicPr>
          <p:cNvPr id="3" name="Grafikk 2">
            <a:extLst>
              <a:ext uri="{FF2B5EF4-FFF2-40B4-BE49-F238E27FC236}">
                <a16:creationId xmlns:a16="http://schemas.microsoft.com/office/drawing/2014/main" id="{A569C779-9834-CF4F-4205-82AB20FBF5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951176">
            <a:off x="-1524405" y="-2519787"/>
            <a:ext cx="5039574" cy="503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005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66109BC7-6B2B-455F-AAF6-F2D02D73C7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737" y="718428"/>
            <a:ext cx="10858500" cy="644097"/>
          </a:xfrm>
        </p:spPr>
        <p:txBody>
          <a:bodyPr wrap="square">
            <a:spAutoFit/>
          </a:bodyPr>
          <a:lstStyle>
            <a:lvl1pPr>
              <a:defRPr/>
            </a:lvl1pPr>
          </a:lstStyle>
          <a:p>
            <a:r>
              <a:rPr lang="nb-NO" dirty="0"/>
              <a:t>Overskrift</a:t>
            </a:r>
            <a:endParaRPr lang="en-US" dirty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75588BA0-191B-489B-AFF1-4ED326CF14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9224" y="1363702"/>
            <a:ext cx="10858500" cy="42324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751">
                <a:solidFill>
                  <a:srgbClr val="D14641"/>
                </a:solidFill>
              </a:defRPr>
            </a:lvl1pPr>
            <a:lvl2pPr marL="360072" indent="0">
              <a:buNone/>
              <a:defRPr/>
            </a:lvl2pPr>
          </a:lstStyle>
          <a:p>
            <a:pPr lvl="0"/>
            <a:r>
              <a:rPr lang="nb-NO" dirty="0"/>
              <a:t>Undertittel</a:t>
            </a:r>
          </a:p>
        </p:txBody>
      </p:sp>
      <p:sp>
        <p:nvSpPr>
          <p:cNvPr id="3" name="Plassholder for tekst 3">
            <a:extLst>
              <a:ext uri="{FF2B5EF4-FFF2-40B4-BE49-F238E27FC236}">
                <a16:creationId xmlns:a16="http://schemas.microsoft.com/office/drawing/2014/main" id="{DA535262-EEB4-9B6F-F5AB-731973A2D1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9224" y="2106118"/>
            <a:ext cx="10858500" cy="4033453"/>
          </a:xfrm>
        </p:spPr>
        <p:txBody>
          <a:bodyPr/>
          <a:lstStyle>
            <a:lvl1pPr marL="360363" indent="-360363">
              <a:buFont typeface="Arial" panose="020B0604020202020204" pitchFamily="34" charset="0"/>
              <a:buChar char="•"/>
              <a:defRPr/>
            </a:lvl1pPr>
            <a:lvl2pPr marL="540108" indent="-180036">
              <a:buFont typeface="Arial" panose="020B0604020202020204" pitchFamily="34" charset="0"/>
              <a:buChar char="•"/>
              <a:defRPr/>
            </a:lvl2pPr>
            <a:lvl3pPr marL="806450" indent="-266700">
              <a:buFont typeface="Arial" panose="020B0604020202020204" pitchFamily="34" charset="0"/>
              <a:buChar char="•"/>
              <a:defRPr/>
            </a:lvl3pPr>
            <a:lvl4pPr marL="985838" indent="-265113">
              <a:buFont typeface="Arial" panose="020B0604020202020204" pitchFamily="34" charset="0"/>
              <a:buChar char="•"/>
              <a:defRPr/>
            </a:lvl4pPr>
            <a:lvl5pPr marL="1166813" indent="-2667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nb-NO" dirty="0"/>
              <a:t>Klikk for å legge til tekst. Velg «Nytt lysbilde» fra menyen for å få valg om flere undersider fra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  <a:p>
            <a:pPr lvl="0"/>
            <a:endParaRPr lang="nb-NO" dirty="0"/>
          </a:p>
        </p:txBody>
      </p:sp>
      <p:pic>
        <p:nvPicPr>
          <p:cNvPr id="4" name="Grafikk 3">
            <a:extLst>
              <a:ext uri="{FF2B5EF4-FFF2-40B4-BE49-F238E27FC236}">
                <a16:creationId xmlns:a16="http://schemas.microsoft.com/office/drawing/2014/main" id="{C1BD11F8-683D-4DC5-DB06-58D81C6C42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09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grå bakgrun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ktangel 1">
            <a:extLst>
              <a:ext uri="{FF2B5EF4-FFF2-40B4-BE49-F238E27FC236}">
                <a16:creationId xmlns:a16="http://schemas.microsoft.com/office/drawing/2014/main" id="{FD5A5794-E195-D7FB-477B-7D90126A5D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109BC7-6B2B-455F-AAF6-F2D02D73C7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737" y="718428"/>
            <a:ext cx="10858500" cy="644097"/>
          </a:xfrm>
        </p:spPr>
        <p:txBody>
          <a:bodyPr wrap="square">
            <a:spAutoFit/>
          </a:bodyPr>
          <a:lstStyle>
            <a:lvl1pPr>
              <a:defRPr/>
            </a:lvl1pPr>
          </a:lstStyle>
          <a:p>
            <a:r>
              <a:rPr lang="nb-NO" dirty="0"/>
              <a:t>Overskrift</a:t>
            </a:r>
            <a:endParaRPr lang="en-US" dirty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75588BA0-191B-489B-AFF1-4ED326CF14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9224" y="1363702"/>
            <a:ext cx="10858500" cy="42324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751">
                <a:solidFill>
                  <a:srgbClr val="D14641"/>
                </a:solidFill>
              </a:defRPr>
            </a:lvl1pPr>
            <a:lvl2pPr marL="360072" indent="0">
              <a:buNone/>
              <a:defRPr/>
            </a:lvl2pPr>
          </a:lstStyle>
          <a:p>
            <a:pPr lvl="0"/>
            <a:r>
              <a:rPr lang="nb-NO" dirty="0"/>
              <a:t>Undertittel</a:t>
            </a:r>
          </a:p>
        </p:txBody>
      </p:sp>
      <p:sp>
        <p:nvSpPr>
          <p:cNvPr id="3" name="Plassholder for tekst 3">
            <a:extLst>
              <a:ext uri="{FF2B5EF4-FFF2-40B4-BE49-F238E27FC236}">
                <a16:creationId xmlns:a16="http://schemas.microsoft.com/office/drawing/2014/main" id="{DA535262-EEB4-9B6F-F5AB-731973A2D1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9224" y="2106117"/>
            <a:ext cx="10858500" cy="3959231"/>
          </a:xfrm>
        </p:spPr>
        <p:txBody>
          <a:bodyPr/>
          <a:lstStyle>
            <a:lvl1pPr marL="360363" indent="-360363">
              <a:buFont typeface="Arial" panose="020B0604020202020204" pitchFamily="34" charset="0"/>
              <a:buChar char="•"/>
              <a:defRPr/>
            </a:lvl1pPr>
            <a:lvl2pPr marL="540108" indent="-180036">
              <a:buFont typeface="Arial" panose="020B0604020202020204" pitchFamily="34" charset="0"/>
              <a:buChar char="•"/>
              <a:defRPr/>
            </a:lvl2pPr>
            <a:lvl3pPr marL="806450" indent="-266700">
              <a:buFont typeface="Arial" panose="020B0604020202020204" pitchFamily="34" charset="0"/>
              <a:buChar char="•"/>
              <a:defRPr/>
            </a:lvl3pPr>
            <a:lvl4pPr marL="985838" indent="-265113">
              <a:buFont typeface="Arial" panose="020B0604020202020204" pitchFamily="34" charset="0"/>
              <a:buChar char="•"/>
              <a:defRPr/>
            </a:lvl4pPr>
            <a:lvl5pPr marL="1166813" indent="-2667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nb-NO" dirty="0"/>
              <a:t>Klikk for å legge til tekst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pic>
        <p:nvPicPr>
          <p:cNvPr id="4" name="Grafikk 3">
            <a:extLst>
              <a:ext uri="{FF2B5EF4-FFF2-40B4-BE49-F238E27FC236}">
                <a16:creationId xmlns:a16="http://schemas.microsoft.com/office/drawing/2014/main" id="{1A7EEF12-CD73-6A35-FDD0-671C2090A2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74816" y="6111183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087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tel og innhold med mørkegrå bakgrun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ktangel 1">
            <a:extLst>
              <a:ext uri="{FF2B5EF4-FFF2-40B4-BE49-F238E27FC236}">
                <a16:creationId xmlns:a16="http://schemas.microsoft.com/office/drawing/2014/main" id="{FD5A5794-E195-D7FB-477B-7D90126A5D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109BC7-6B2B-455F-AAF6-F2D02D73C7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737" y="718428"/>
            <a:ext cx="10858500" cy="644097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Overskrift</a:t>
            </a:r>
            <a:endParaRPr lang="en-US" dirty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75588BA0-191B-489B-AFF1-4ED326CF14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9224" y="1363702"/>
            <a:ext cx="10858500" cy="42324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751">
                <a:solidFill>
                  <a:schemeClr val="bg2"/>
                </a:solidFill>
              </a:defRPr>
            </a:lvl1pPr>
            <a:lvl2pPr marL="360072" indent="0">
              <a:buNone/>
              <a:defRPr/>
            </a:lvl2pPr>
          </a:lstStyle>
          <a:p>
            <a:pPr lvl="0"/>
            <a:r>
              <a:rPr lang="nb-NO" dirty="0"/>
              <a:t>Undertittel</a:t>
            </a:r>
          </a:p>
        </p:txBody>
      </p:sp>
      <p:sp>
        <p:nvSpPr>
          <p:cNvPr id="3" name="Plassholder for tekst 3">
            <a:extLst>
              <a:ext uri="{FF2B5EF4-FFF2-40B4-BE49-F238E27FC236}">
                <a16:creationId xmlns:a16="http://schemas.microsoft.com/office/drawing/2014/main" id="{DA535262-EEB4-9B6F-F5AB-731973A2D1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9224" y="2106117"/>
            <a:ext cx="10858500" cy="3959231"/>
          </a:xfrm>
        </p:spPr>
        <p:txBody>
          <a:bodyPr/>
          <a:lstStyle>
            <a:lvl1pPr marL="360363" indent="-360363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40108" indent="-180036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806450" indent="-26670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985838" indent="-265113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166813" indent="-26670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dirty="0"/>
              <a:t>Klikk for å legge til tekst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pic>
        <p:nvPicPr>
          <p:cNvPr id="4" name="Grafikk 3">
            <a:extLst>
              <a:ext uri="{FF2B5EF4-FFF2-40B4-BE49-F238E27FC236}">
                <a16:creationId xmlns:a16="http://schemas.microsoft.com/office/drawing/2014/main" id="{1A7EEF12-CD73-6A35-FDD0-671C2090A2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74816" y="6111183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239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s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2">
            <a:extLst>
              <a:ext uri="{FF2B5EF4-FFF2-40B4-BE49-F238E27FC236}">
                <a16:creationId xmlns:a16="http://schemas.microsoft.com/office/drawing/2014/main" id="{3E082108-56FD-7DAD-1448-3F4F920352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9234045" cy="1500187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/>
                </a:solidFill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Calibri" panose="020F0502020204030204" pitchFamily="34" charset="0"/>
              <a:buNone/>
              <a:tabLst/>
              <a:defRPr/>
            </a:pPr>
            <a:r>
              <a:rPr lang="nb-NO" dirty="0"/>
              <a:t>Klikk for å legge til tekst. Du trenger ikke å ha et bilde til høyre, men FHI-buen til venstre skal du ikke fjerne.</a:t>
            </a:r>
          </a:p>
          <a:p>
            <a:endParaRPr lang="nb-NO" dirty="0"/>
          </a:p>
        </p:txBody>
      </p:sp>
      <p:sp>
        <p:nvSpPr>
          <p:cNvPr id="10" name="Plassholder for tekst 12">
            <a:extLst>
              <a:ext uri="{FF2B5EF4-FFF2-40B4-BE49-F238E27FC236}">
                <a16:creationId xmlns:a16="http://schemas.microsoft.com/office/drawing/2014/main" id="{2C321F78-0D7E-D3B7-28D8-582BBA466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850" y="3546765"/>
            <a:ext cx="9234045" cy="800347"/>
          </a:xfrm>
        </p:spPr>
        <p:txBody>
          <a:bodyPr wrap="square" lIns="0" tIns="0" rIns="0" bIns="0" anchor="b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1">
                <a:solidFill>
                  <a:schemeClr val="tx1"/>
                </a:solidFill>
              </a:defRPr>
            </a:lvl1pPr>
          </a:lstStyle>
          <a:p>
            <a:pPr lvl="0"/>
            <a:r>
              <a:rPr lang="nb-NO" dirty="0"/>
              <a:t>Tema / </a:t>
            </a:r>
            <a:r>
              <a:rPr lang="nb-NO" dirty="0" err="1"/>
              <a:t>skilleside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7A4AFE19-5F5B-3CDE-25DE-6F85CC857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951176">
            <a:off x="-1524405" y="-2519787"/>
            <a:ext cx="5039574" cy="5039574"/>
          </a:xfrm>
          <a:prstGeom prst="rect">
            <a:avLst/>
          </a:prstGeom>
        </p:spPr>
      </p:pic>
      <p:sp>
        <p:nvSpPr>
          <p:cNvPr id="2" name="Plassholder for bilde 2">
            <a:extLst>
              <a:ext uri="{FF2B5EF4-FFF2-40B4-BE49-F238E27FC236}">
                <a16:creationId xmlns:a16="http://schemas.microsoft.com/office/drawing/2014/main" id="{B79FBD5E-21C3-67B6-1767-B13CAD9B238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914400"/>
            <a:ext cx="3740150" cy="2632365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/>
              <a:t>evt. bilde/ill.</a:t>
            </a:r>
          </a:p>
        </p:txBody>
      </p:sp>
    </p:spTree>
    <p:extLst>
      <p:ext uri="{BB962C8B-B14F-4D97-AF65-F5344CB8AC3E}">
        <p14:creationId xmlns:p14="http://schemas.microsoft.com/office/powerpoint/2010/main" val="3492753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2">
            <a:extLst>
              <a:ext uri="{FF2B5EF4-FFF2-40B4-BE49-F238E27FC236}">
                <a16:creationId xmlns:a16="http://schemas.microsoft.com/office/drawing/2014/main" id="{3E082108-56FD-7DAD-1448-3F4F920352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baseline="0">
                <a:solidFill>
                  <a:srgbClr val="D14641"/>
                </a:solidFill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Calibri" panose="020F0502020204030204" pitchFamily="34" charset="0"/>
              <a:buNone/>
              <a:tabLst/>
              <a:defRPr/>
            </a:pPr>
            <a:r>
              <a:rPr lang="nb-NO" dirty="0"/>
              <a:t>Klikk for å legge til tekst. Du trenger ikke å ha et bilde til høyre, men FHI-buen til venstre skal du ikke fjerne.</a:t>
            </a:r>
          </a:p>
          <a:p>
            <a:endParaRPr lang="nb-NO" dirty="0"/>
          </a:p>
        </p:txBody>
      </p:sp>
      <p:sp>
        <p:nvSpPr>
          <p:cNvPr id="10" name="Plassholder for tekst 12">
            <a:extLst>
              <a:ext uri="{FF2B5EF4-FFF2-40B4-BE49-F238E27FC236}">
                <a16:creationId xmlns:a16="http://schemas.microsoft.com/office/drawing/2014/main" id="{2C321F78-0D7E-D3B7-28D8-582BBA466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850" y="3546765"/>
            <a:ext cx="10515600" cy="800347"/>
          </a:xfrm>
        </p:spPr>
        <p:txBody>
          <a:bodyPr wrap="square" lIns="0" tIns="0" rIns="0" bIns="0" anchor="b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1">
                <a:solidFill>
                  <a:schemeClr val="tx1"/>
                </a:solidFill>
              </a:defRPr>
            </a:lvl1pPr>
          </a:lstStyle>
          <a:p>
            <a:pPr lvl="0"/>
            <a:r>
              <a:rPr lang="nb-NO" dirty="0"/>
              <a:t>Tema / </a:t>
            </a:r>
            <a:r>
              <a:rPr lang="nb-NO" dirty="0" err="1"/>
              <a:t>skilleside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7A4AFE19-5F5B-3CDE-25DE-6F85CC857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951176">
            <a:off x="-1524405" y="-2519787"/>
            <a:ext cx="5039574" cy="5039574"/>
          </a:xfrm>
          <a:prstGeom prst="rect">
            <a:avLst/>
          </a:prstGeom>
        </p:spPr>
      </p:pic>
      <p:sp>
        <p:nvSpPr>
          <p:cNvPr id="3" name="Plassholder for innhold 5">
            <a:extLst>
              <a:ext uri="{FF2B5EF4-FFF2-40B4-BE49-F238E27FC236}">
                <a16:creationId xmlns:a16="http://schemas.microsoft.com/office/drawing/2014/main" id="{DA50648A-72DF-DAC9-CA8B-49DEBF35EC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48524" y="662524"/>
            <a:ext cx="4373563" cy="2884241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75287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s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2">
            <a:extLst>
              <a:ext uri="{FF2B5EF4-FFF2-40B4-BE49-F238E27FC236}">
                <a16:creationId xmlns:a16="http://schemas.microsoft.com/office/drawing/2014/main" id="{3E082108-56FD-7DAD-1448-3F4F920352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Calibri" panose="020F0502020204030204" pitchFamily="34" charset="0"/>
              <a:buNone/>
              <a:tabLst/>
              <a:defRPr/>
            </a:pPr>
            <a:r>
              <a:rPr lang="nb-NO" dirty="0"/>
              <a:t>Klikk for å legge til tekst. Du trenger ikke å ha et bilde til høyre, men FHI-buen til venstre skal du ikke fjerne.</a:t>
            </a:r>
          </a:p>
          <a:p>
            <a:endParaRPr lang="nb-NO" dirty="0"/>
          </a:p>
        </p:txBody>
      </p:sp>
      <p:sp>
        <p:nvSpPr>
          <p:cNvPr id="10" name="Plassholder for tekst 12">
            <a:extLst>
              <a:ext uri="{FF2B5EF4-FFF2-40B4-BE49-F238E27FC236}">
                <a16:creationId xmlns:a16="http://schemas.microsoft.com/office/drawing/2014/main" id="{2C321F78-0D7E-D3B7-28D8-582BBA466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850" y="3546765"/>
            <a:ext cx="10515600" cy="800347"/>
          </a:xfrm>
        </p:spPr>
        <p:txBody>
          <a:bodyPr wrap="square" lIns="0" tIns="0" rIns="0" bIns="0" anchor="b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1">
                <a:solidFill>
                  <a:schemeClr val="tx1"/>
                </a:solidFill>
              </a:defRPr>
            </a:lvl1pPr>
          </a:lstStyle>
          <a:p>
            <a:pPr lvl="0"/>
            <a:r>
              <a:rPr lang="nb-NO" dirty="0"/>
              <a:t>Tema / </a:t>
            </a:r>
            <a:r>
              <a:rPr lang="nb-NO" dirty="0" err="1"/>
              <a:t>skilleside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7A4AFE19-5F5B-3CDE-25DE-6F85CC857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951176">
            <a:off x="-1524405" y="-2519787"/>
            <a:ext cx="5039574" cy="5039574"/>
          </a:xfrm>
          <a:prstGeom prst="rect">
            <a:avLst/>
          </a:prstGeom>
        </p:spPr>
      </p:pic>
      <p:sp>
        <p:nvSpPr>
          <p:cNvPr id="3" name="Plassholder for innhold 5">
            <a:extLst>
              <a:ext uri="{FF2B5EF4-FFF2-40B4-BE49-F238E27FC236}">
                <a16:creationId xmlns:a16="http://schemas.microsoft.com/office/drawing/2014/main" id="{EA62B2B2-3FD6-E07B-F485-0D8DAABD22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48524" y="662524"/>
            <a:ext cx="4373563" cy="2884241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3480076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s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2">
            <a:extLst>
              <a:ext uri="{FF2B5EF4-FFF2-40B4-BE49-F238E27FC236}">
                <a16:creationId xmlns:a16="http://schemas.microsoft.com/office/drawing/2014/main" id="{3E082108-56FD-7DAD-1448-3F4F920352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/>
                </a:solidFill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Calibri" panose="020F0502020204030204" pitchFamily="34" charset="0"/>
              <a:buNone/>
              <a:tabLst/>
              <a:defRPr/>
            </a:pPr>
            <a:r>
              <a:rPr lang="nb-NO" dirty="0"/>
              <a:t>Klikk for å legge til tekst. Du trenger ikke å ha et bilde til høyre, men FHI-buen til venstre skal du ikke fjerne.</a:t>
            </a:r>
          </a:p>
        </p:txBody>
      </p:sp>
      <p:sp>
        <p:nvSpPr>
          <p:cNvPr id="10" name="Plassholder for tekst 12">
            <a:extLst>
              <a:ext uri="{FF2B5EF4-FFF2-40B4-BE49-F238E27FC236}">
                <a16:creationId xmlns:a16="http://schemas.microsoft.com/office/drawing/2014/main" id="{2C321F78-0D7E-D3B7-28D8-582BBA466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850" y="3546765"/>
            <a:ext cx="10515600" cy="800347"/>
          </a:xfrm>
        </p:spPr>
        <p:txBody>
          <a:bodyPr wrap="square" lIns="0" tIns="0" rIns="0" bIns="0" anchor="b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1">
                <a:solidFill>
                  <a:schemeClr val="tx1"/>
                </a:solidFill>
              </a:defRPr>
            </a:lvl1pPr>
          </a:lstStyle>
          <a:p>
            <a:pPr lvl="0"/>
            <a:r>
              <a:rPr lang="nb-NO" dirty="0"/>
              <a:t>Tema / </a:t>
            </a:r>
            <a:r>
              <a:rPr lang="nb-NO" dirty="0" err="1"/>
              <a:t>skilleside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7A4AFE19-5F5B-3CDE-25DE-6F85CC857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951176">
            <a:off x="-1524405" y="-2519787"/>
            <a:ext cx="5039574" cy="5039574"/>
          </a:xfrm>
          <a:prstGeom prst="rect">
            <a:avLst/>
          </a:prstGeom>
        </p:spPr>
      </p:pic>
      <p:sp>
        <p:nvSpPr>
          <p:cNvPr id="3" name="Plassholder for innhold 5">
            <a:extLst>
              <a:ext uri="{FF2B5EF4-FFF2-40B4-BE49-F238E27FC236}">
                <a16:creationId xmlns:a16="http://schemas.microsoft.com/office/drawing/2014/main" id="{273DCB03-C60E-34C0-8BF4-4762B746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48524" y="662524"/>
            <a:ext cx="4373563" cy="2884241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1774470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s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2">
            <a:extLst>
              <a:ext uri="{FF2B5EF4-FFF2-40B4-BE49-F238E27FC236}">
                <a16:creationId xmlns:a16="http://schemas.microsoft.com/office/drawing/2014/main" id="{3E082108-56FD-7DAD-1448-3F4F920352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baseline="0">
                <a:solidFill>
                  <a:srgbClr val="D14641"/>
                </a:solidFill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Calibri" panose="020F0502020204030204" pitchFamily="34" charset="0"/>
              <a:buNone/>
              <a:tabLst/>
              <a:defRPr/>
            </a:pPr>
            <a:r>
              <a:rPr lang="nb-NO" dirty="0"/>
              <a:t>Klikk for å legge til tekst. Du trenger ikke å ha et bilde til høyre, men FHI-buen til venstre skal du ikke fjerne.</a:t>
            </a:r>
          </a:p>
          <a:p>
            <a:endParaRPr lang="nb-NO" dirty="0"/>
          </a:p>
        </p:txBody>
      </p:sp>
      <p:sp>
        <p:nvSpPr>
          <p:cNvPr id="10" name="Plassholder for tekst 12">
            <a:extLst>
              <a:ext uri="{FF2B5EF4-FFF2-40B4-BE49-F238E27FC236}">
                <a16:creationId xmlns:a16="http://schemas.microsoft.com/office/drawing/2014/main" id="{2C321F78-0D7E-D3B7-28D8-582BBA466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850" y="3546765"/>
            <a:ext cx="10515600" cy="800347"/>
          </a:xfrm>
        </p:spPr>
        <p:txBody>
          <a:bodyPr wrap="square" lIns="0" tIns="0" rIns="0" bIns="0" anchor="b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1">
                <a:solidFill>
                  <a:schemeClr val="tx1"/>
                </a:solidFill>
              </a:defRPr>
            </a:lvl1pPr>
          </a:lstStyle>
          <a:p>
            <a:pPr lvl="0"/>
            <a:r>
              <a:rPr lang="nb-NO" dirty="0"/>
              <a:t>Tema / </a:t>
            </a:r>
            <a:r>
              <a:rPr lang="nb-NO" dirty="0" err="1"/>
              <a:t>skilleside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7A4AFE19-5F5B-3CDE-25DE-6F85CC857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951176">
            <a:off x="-1524405" y="-2519787"/>
            <a:ext cx="5039574" cy="5039574"/>
          </a:xfrm>
          <a:prstGeom prst="rect">
            <a:avLst/>
          </a:prstGeom>
        </p:spPr>
      </p:pic>
      <p:sp>
        <p:nvSpPr>
          <p:cNvPr id="2" name="Plassholder for innhold 5">
            <a:extLst>
              <a:ext uri="{FF2B5EF4-FFF2-40B4-BE49-F238E27FC236}">
                <a16:creationId xmlns:a16="http://schemas.microsoft.com/office/drawing/2014/main" id="{428CEECF-3CF0-7784-66DD-639382688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48524" y="662524"/>
            <a:ext cx="4373563" cy="2884241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3107481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s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2">
            <a:extLst>
              <a:ext uri="{FF2B5EF4-FFF2-40B4-BE49-F238E27FC236}">
                <a16:creationId xmlns:a16="http://schemas.microsoft.com/office/drawing/2014/main" id="{3E082108-56FD-7DAD-1448-3F4F920352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/>
                </a:solidFill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Calibri" panose="020F0502020204030204" pitchFamily="34" charset="0"/>
              <a:buNone/>
              <a:tabLst/>
              <a:defRPr/>
            </a:pPr>
            <a:r>
              <a:rPr lang="nb-NO" dirty="0"/>
              <a:t>Klikk for å legge til tekst. Du trenger ikke å ha et bilde til høyre, men FHI-buen til venstre skal du ikke fjerne.</a:t>
            </a:r>
          </a:p>
          <a:p>
            <a:endParaRPr lang="nb-NO" dirty="0"/>
          </a:p>
        </p:txBody>
      </p:sp>
      <p:sp>
        <p:nvSpPr>
          <p:cNvPr id="10" name="Plassholder for tekst 12">
            <a:extLst>
              <a:ext uri="{FF2B5EF4-FFF2-40B4-BE49-F238E27FC236}">
                <a16:creationId xmlns:a16="http://schemas.microsoft.com/office/drawing/2014/main" id="{2C321F78-0D7E-D3B7-28D8-582BBA466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850" y="3546765"/>
            <a:ext cx="10515600" cy="800347"/>
          </a:xfrm>
        </p:spPr>
        <p:txBody>
          <a:bodyPr wrap="square" lIns="0" tIns="0" rIns="0" bIns="0" anchor="b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1">
                <a:solidFill>
                  <a:schemeClr val="tx1"/>
                </a:solidFill>
              </a:defRPr>
            </a:lvl1pPr>
          </a:lstStyle>
          <a:p>
            <a:pPr lvl="0"/>
            <a:r>
              <a:rPr lang="nb-NO" dirty="0"/>
              <a:t>Tema / </a:t>
            </a:r>
            <a:r>
              <a:rPr lang="nb-NO" dirty="0" err="1"/>
              <a:t>skilleside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7A4AFE19-5F5B-3CDE-25DE-6F85CC857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951176">
            <a:off x="-1524405" y="-2519787"/>
            <a:ext cx="5039574" cy="5039574"/>
          </a:xfrm>
          <a:prstGeom prst="rect">
            <a:avLst/>
          </a:prstGeom>
        </p:spPr>
      </p:pic>
      <p:sp>
        <p:nvSpPr>
          <p:cNvPr id="2" name="Plassholder for innhold 5">
            <a:extLst>
              <a:ext uri="{FF2B5EF4-FFF2-40B4-BE49-F238E27FC236}">
                <a16:creationId xmlns:a16="http://schemas.microsoft.com/office/drawing/2014/main" id="{21FB4E31-90E1-86CA-0A73-6798A24785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48524" y="662524"/>
            <a:ext cx="4373563" cy="2884241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1308131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F013E2A5-157B-D855-CC71-AC13845C5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1009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  <a:endParaRPr lang="nb-NO" dirty="0"/>
          </a:p>
        </p:txBody>
      </p:sp>
      <p:sp>
        <p:nvSpPr>
          <p:cNvPr id="4" name="Plassholder for tekst 2">
            <a:extLst>
              <a:ext uri="{FF2B5EF4-FFF2-40B4-BE49-F238E27FC236}">
                <a16:creationId xmlns:a16="http://schemas.microsoft.com/office/drawing/2014/main" id="{8605592A-D189-7275-AC8C-1E73BB8DE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26133"/>
            <a:ext cx="5157787" cy="823912"/>
          </a:xfrm>
        </p:spPr>
        <p:txBody>
          <a:bodyPr/>
          <a:lstStyle>
            <a:lvl1pPr marL="0" indent="0">
              <a:buNone/>
              <a:defRPr>
                <a:solidFill>
                  <a:srgbClr val="D14641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innhold 3">
            <a:extLst>
              <a:ext uri="{FF2B5EF4-FFF2-40B4-BE49-F238E27FC236}">
                <a16:creationId xmlns:a16="http://schemas.microsoft.com/office/drawing/2014/main" id="{4834F227-282A-9775-77E1-B2F08CDF8E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004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tekst 4">
            <a:extLst>
              <a:ext uri="{FF2B5EF4-FFF2-40B4-BE49-F238E27FC236}">
                <a16:creationId xmlns:a16="http://schemas.microsoft.com/office/drawing/2014/main" id="{D5334712-BA61-F709-1702-19E09B64E3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26133"/>
            <a:ext cx="5183188" cy="823912"/>
          </a:xfrm>
        </p:spPr>
        <p:txBody>
          <a:bodyPr/>
          <a:lstStyle>
            <a:lvl1pPr marL="0" indent="0">
              <a:buNone/>
              <a:defRPr baseline="0">
                <a:solidFill>
                  <a:srgbClr val="D14641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7" name="Plassholder for innhold 5">
            <a:extLst>
              <a:ext uri="{FF2B5EF4-FFF2-40B4-BE49-F238E27FC236}">
                <a16:creationId xmlns:a16="http://schemas.microsoft.com/office/drawing/2014/main" id="{5247CFDF-11F8-3326-1670-A62CA3CC9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004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ED7BFEA-76FC-F900-766F-0412F10A58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20975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5798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 med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5405114-DF81-4780-B9C3-FBC5D73067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816" y="806116"/>
            <a:ext cx="4898401" cy="1288301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/>
              <a:t>Klikk for å legge til en tittel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93C1F1A3-ED31-4DB2-9137-F8655D723A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1816" y="2407069"/>
            <a:ext cx="4898400" cy="3933770"/>
          </a:xfrm>
        </p:spPr>
        <p:txBody>
          <a:bodyPr/>
          <a:lstStyle>
            <a:lvl1pPr marL="270054" indent="-270054">
              <a:buFont typeface="Arial" panose="020B0604020202020204" pitchFamily="34" charset="0"/>
              <a:buChar char="•"/>
              <a:defRPr/>
            </a:lvl1pPr>
            <a:lvl2pPr marL="534988" indent="-174625">
              <a:buFont typeface="Arial" panose="020B0604020202020204" pitchFamily="34" charset="0"/>
              <a:buChar char="•"/>
              <a:defRPr/>
            </a:lvl2pPr>
            <a:lvl3pPr marL="720144" indent="-180036">
              <a:buFont typeface="Arial" panose="020B0604020202020204" pitchFamily="34" charset="0"/>
              <a:buChar char="•"/>
              <a:defRPr/>
            </a:lvl3pPr>
            <a:lvl4pPr marL="900180" indent="-180036">
              <a:buFont typeface="Arial" panose="020B0604020202020204" pitchFamily="34" charset="0"/>
              <a:buChar char="•"/>
              <a:defRPr/>
            </a:lvl4pPr>
            <a:lvl5pPr marL="1080216" indent="-180036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nb-NO" dirty="0"/>
              <a:t>Klikk for å legge til tekst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3" name="Plassholder for innhold 5">
            <a:extLst>
              <a:ext uri="{FF2B5EF4-FFF2-40B4-BE49-F238E27FC236}">
                <a16:creationId xmlns:a16="http://schemas.microsoft.com/office/drawing/2014/main" id="{C4BC6DAD-923A-A92E-30FC-0FE2DB5736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0"/>
            <a:ext cx="60198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pic>
        <p:nvPicPr>
          <p:cNvPr id="7" name="Grafikk 6">
            <a:extLst>
              <a:ext uri="{FF2B5EF4-FFF2-40B4-BE49-F238E27FC236}">
                <a16:creationId xmlns:a16="http://schemas.microsoft.com/office/drawing/2014/main" id="{0BFB8354-F98C-EF93-8295-35F9864698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71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 med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5405114-DF81-4780-B9C3-FBC5D73067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816" y="806116"/>
            <a:ext cx="4898401" cy="1288301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/>
              <a:t>Klikk for å legge til en tittel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93C1F1A3-ED31-4DB2-9137-F8655D723A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1816" y="2407069"/>
            <a:ext cx="4898400" cy="3933770"/>
          </a:xfrm>
        </p:spPr>
        <p:txBody>
          <a:bodyPr/>
          <a:lstStyle>
            <a:lvl1pPr marL="270054" indent="-270054">
              <a:buFont typeface="Arial" panose="020B0604020202020204" pitchFamily="34" charset="0"/>
              <a:buChar char="•"/>
              <a:defRPr/>
            </a:lvl1pPr>
            <a:lvl2pPr marL="534988" indent="-174625">
              <a:buFont typeface="Arial" panose="020B0604020202020204" pitchFamily="34" charset="0"/>
              <a:buChar char="•"/>
              <a:defRPr/>
            </a:lvl2pPr>
            <a:lvl3pPr marL="720144" indent="-180036">
              <a:buFont typeface="Arial" panose="020B0604020202020204" pitchFamily="34" charset="0"/>
              <a:buChar char="•"/>
              <a:defRPr/>
            </a:lvl3pPr>
            <a:lvl4pPr marL="900180" indent="-180036">
              <a:buFont typeface="Arial" panose="020B0604020202020204" pitchFamily="34" charset="0"/>
              <a:buChar char="•"/>
              <a:defRPr/>
            </a:lvl4pPr>
            <a:lvl5pPr marL="1080216" indent="-180036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nb-NO" dirty="0"/>
              <a:t>Klikk for å legge til tekst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3" name="Plassholder for innhold 5">
            <a:extLst>
              <a:ext uri="{FF2B5EF4-FFF2-40B4-BE49-F238E27FC236}">
                <a16:creationId xmlns:a16="http://schemas.microsoft.com/office/drawing/2014/main" id="{C4BC6DAD-923A-A92E-30FC-0FE2DB5736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464694"/>
            <a:ext cx="5588833" cy="587614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pic>
        <p:nvPicPr>
          <p:cNvPr id="7" name="Grafikk 6">
            <a:extLst>
              <a:ext uri="{FF2B5EF4-FFF2-40B4-BE49-F238E27FC236}">
                <a16:creationId xmlns:a16="http://schemas.microsoft.com/office/drawing/2014/main" id="{85F483C4-E6EB-C9C3-6388-4B62328827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322177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7607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kjerm video eller 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innhold 5">
            <a:extLst>
              <a:ext uri="{FF2B5EF4-FFF2-40B4-BE49-F238E27FC236}">
                <a16:creationId xmlns:a16="http://schemas.microsoft.com/office/drawing/2014/main" id="{C4BC6DAD-923A-A92E-30FC-0FE2DB57367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b-NO" dirty="0"/>
              <a:t>Fullskjerm video eller bilde</a:t>
            </a:r>
          </a:p>
        </p:txBody>
      </p:sp>
    </p:spTree>
    <p:extLst>
      <p:ext uri="{BB962C8B-B14F-4D97-AF65-F5344CB8AC3E}">
        <p14:creationId xmlns:p14="http://schemas.microsoft.com/office/powerpoint/2010/main" val="37393276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8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28600"/>
            <a:endParaRPr lang="nb-NO" sz="900">
              <a:solidFill>
                <a:prstClr val="white"/>
              </a:solidFill>
            </a:endParaRPr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93B30C22-34D8-4698-9474-D7F62BC9514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44682" y="2690812"/>
            <a:ext cx="9679574" cy="738188"/>
          </a:xfrm>
        </p:spPr>
        <p:txBody>
          <a:bodyPr>
            <a:noAutofit/>
          </a:bodyPr>
          <a:lstStyle>
            <a:lvl1pPr marL="0" indent="0" algn="ctr">
              <a:buNone/>
              <a:defRPr sz="4650" i="1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nb-NO" dirty="0"/>
              <a:t>«Klikk for å sette inn et sitat»</a:t>
            </a:r>
          </a:p>
        </p:txBody>
      </p:sp>
      <p:pic>
        <p:nvPicPr>
          <p:cNvPr id="3" name="Grafikk 2">
            <a:extLst>
              <a:ext uri="{FF2B5EF4-FFF2-40B4-BE49-F238E27FC236}">
                <a16:creationId xmlns:a16="http://schemas.microsoft.com/office/drawing/2014/main" id="{B7B5D010-522D-05DA-1EC4-893CFA961F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542" y="6119812"/>
            <a:ext cx="967283" cy="575294"/>
          </a:xfrm>
          <a:prstGeom prst="rect">
            <a:avLst/>
          </a:prstGeom>
        </p:spPr>
      </p:pic>
      <p:sp>
        <p:nvSpPr>
          <p:cNvPr id="6" name="Plassholder for tekst 5">
            <a:extLst>
              <a:ext uri="{FF2B5EF4-FFF2-40B4-BE49-F238E27FC236}">
                <a16:creationId xmlns:a16="http://schemas.microsoft.com/office/drawing/2014/main" id="{649D3A60-FE48-52AA-0285-2C05ED8A3BD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10275" y="3990975"/>
            <a:ext cx="4813300" cy="581025"/>
          </a:xfrm>
        </p:spPr>
        <p:txBody>
          <a:bodyPr>
            <a:normAutofit/>
          </a:bodyPr>
          <a:lstStyle>
            <a:lvl1pPr marL="0" indent="0" algn="r">
              <a:buNone/>
              <a:defRPr sz="2400"/>
            </a:lvl1pPr>
          </a:lstStyle>
          <a:p>
            <a:pPr lvl="0"/>
            <a:r>
              <a:rPr lang="nb-NO" dirty="0"/>
              <a:t>Klikk for å redigere kilde for sitat</a:t>
            </a:r>
          </a:p>
        </p:txBody>
      </p:sp>
    </p:spTree>
    <p:extLst>
      <p:ext uri="{BB962C8B-B14F-4D97-AF65-F5344CB8AC3E}">
        <p14:creationId xmlns:p14="http://schemas.microsoft.com/office/powerpoint/2010/main" val="36657133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tat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28600"/>
            <a:endParaRPr lang="nb-NO" sz="900">
              <a:solidFill>
                <a:prstClr val="white"/>
              </a:solidFill>
            </a:endParaRPr>
          </a:p>
        </p:txBody>
      </p:sp>
      <p:sp>
        <p:nvSpPr>
          <p:cNvPr id="5" name="Plassholder for tekst 7">
            <a:extLst>
              <a:ext uri="{FF2B5EF4-FFF2-40B4-BE49-F238E27FC236}">
                <a16:creationId xmlns:a16="http://schemas.microsoft.com/office/drawing/2014/main" id="{43D418DC-0CFF-B8A3-DACF-B18BE6F7C1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44682" y="2690812"/>
            <a:ext cx="9679574" cy="738188"/>
          </a:xfrm>
        </p:spPr>
        <p:txBody>
          <a:bodyPr>
            <a:noAutofit/>
          </a:bodyPr>
          <a:lstStyle>
            <a:lvl1pPr marL="0" indent="0" algn="ctr">
              <a:buNone/>
              <a:defRPr sz="4650" i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nb-NO" dirty="0"/>
              <a:t>«Klikk for å sette inn et sitat»</a:t>
            </a:r>
          </a:p>
        </p:txBody>
      </p:sp>
      <p:pic>
        <p:nvPicPr>
          <p:cNvPr id="7" name="Grafikk 6">
            <a:extLst>
              <a:ext uri="{FF2B5EF4-FFF2-40B4-BE49-F238E27FC236}">
                <a16:creationId xmlns:a16="http://schemas.microsoft.com/office/drawing/2014/main" id="{0E56D826-E349-1BF7-4422-57080DA14A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9067" y="6119812"/>
            <a:ext cx="967283" cy="575294"/>
          </a:xfrm>
          <a:prstGeom prst="rect">
            <a:avLst/>
          </a:prstGeom>
        </p:spPr>
      </p:pic>
      <p:sp>
        <p:nvSpPr>
          <p:cNvPr id="9" name="Plassholder for tekst 5">
            <a:extLst>
              <a:ext uri="{FF2B5EF4-FFF2-40B4-BE49-F238E27FC236}">
                <a16:creationId xmlns:a16="http://schemas.microsoft.com/office/drawing/2014/main" id="{17905DDC-67D3-D4D9-DBFA-A5C3817FE1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10275" y="3990975"/>
            <a:ext cx="4813300" cy="581025"/>
          </a:xfr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nb-NO" dirty="0"/>
              <a:t>Klikk for å redigere kilde for sitat</a:t>
            </a:r>
          </a:p>
        </p:txBody>
      </p:sp>
    </p:spTree>
    <p:extLst>
      <p:ext uri="{BB962C8B-B14F-4D97-AF65-F5344CB8AC3E}">
        <p14:creationId xmlns:p14="http://schemas.microsoft.com/office/powerpoint/2010/main" val="7833307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med navn og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0CEA9C1-9FD2-4227-8E89-7D7C40717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58" y="752493"/>
            <a:ext cx="10161084" cy="644151"/>
          </a:xfrm>
        </p:spPr>
        <p:txBody>
          <a:bodyPr/>
          <a:lstStyle>
            <a:lvl1pPr>
              <a:defRPr/>
            </a:lvl1pPr>
          </a:lstStyle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17" name="Picture Placeholder 6"/>
          <p:cNvSpPr>
            <a:spLocks noGrp="1"/>
          </p:cNvSpPr>
          <p:nvPr>
            <p:ph type="pic" sz="quarter" idx="24" hasCustomPrompt="1"/>
          </p:nvPr>
        </p:nvSpPr>
        <p:spPr>
          <a:xfrm>
            <a:off x="1015458" y="1697314"/>
            <a:ext cx="1819878" cy="3044222"/>
          </a:xfrm>
          <a:noFill/>
          <a:ln>
            <a:noFill/>
          </a:ln>
        </p:spPr>
        <p:txBody>
          <a:bodyPr lIns="360000" tIns="360000" rIns="360000" bIns="360000">
            <a:normAutofit/>
          </a:bodyPr>
          <a:lstStyle>
            <a:lvl1pPr marL="0" indent="0" algn="ctr">
              <a:buNone/>
              <a:defRPr sz="1001" b="1" i="0" cap="none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b-NO" noProof="0" dirty="0"/>
              <a:t>Klikk på ikonet for å legge til bilde</a:t>
            </a:r>
          </a:p>
        </p:txBody>
      </p:sp>
      <p:sp>
        <p:nvSpPr>
          <p:cNvPr id="22" name="Picture Placeholder 6"/>
          <p:cNvSpPr>
            <a:spLocks noGrp="1"/>
          </p:cNvSpPr>
          <p:nvPr>
            <p:ph type="pic" sz="quarter" idx="25" hasCustomPrompt="1"/>
          </p:nvPr>
        </p:nvSpPr>
        <p:spPr>
          <a:xfrm>
            <a:off x="3122882" y="1697314"/>
            <a:ext cx="1830876" cy="3044222"/>
          </a:xfrm>
          <a:noFill/>
          <a:ln>
            <a:noFill/>
          </a:ln>
        </p:spPr>
        <p:txBody>
          <a:bodyPr lIns="360000" tIns="360000" rIns="360000" bIns="360000">
            <a:normAutofit/>
          </a:bodyPr>
          <a:lstStyle>
            <a:lvl1pPr marL="0" indent="0" algn="ctr">
              <a:buNone/>
              <a:defRPr sz="1001" b="1" i="0" cap="none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b-NO" noProof="0" dirty="0"/>
              <a:t>Klikk på ikonet for å legge til bilde</a:t>
            </a:r>
          </a:p>
        </p:txBody>
      </p:sp>
      <p:sp>
        <p:nvSpPr>
          <p:cNvPr id="23" name="Picture Placeholder 6"/>
          <p:cNvSpPr>
            <a:spLocks noGrp="1"/>
          </p:cNvSpPr>
          <p:nvPr>
            <p:ph type="pic" sz="quarter" idx="26" hasCustomPrompt="1"/>
          </p:nvPr>
        </p:nvSpPr>
        <p:spPr>
          <a:xfrm>
            <a:off x="5206396" y="1697314"/>
            <a:ext cx="1817366" cy="3044222"/>
          </a:xfrm>
          <a:noFill/>
          <a:ln>
            <a:noFill/>
          </a:ln>
        </p:spPr>
        <p:txBody>
          <a:bodyPr lIns="360000" tIns="360000" rIns="360000" bIns="360000">
            <a:normAutofit/>
          </a:bodyPr>
          <a:lstStyle>
            <a:lvl1pPr marL="0" indent="0" algn="ctr">
              <a:buNone/>
              <a:defRPr sz="1001" b="1" i="0" cap="none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4"/>
              </a:buClr>
              <a:buSzPct val="100000"/>
              <a:buFontTx/>
              <a:buNone/>
              <a:tabLst/>
              <a:defRPr/>
            </a:pPr>
            <a:r>
              <a:rPr lang="nb-NO" noProof="0" dirty="0"/>
              <a:t>Klikk på ikonet for å legge til bilde</a:t>
            </a:r>
          </a:p>
          <a:p>
            <a:endParaRPr lang="en-US" dirty="0"/>
          </a:p>
        </p:txBody>
      </p:sp>
      <p:sp>
        <p:nvSpPr>
          <p:cNvPr id="24" name="Picture Placeholder 6"/>
          <p:cNvSpPr>
            <a:spLocks noGrp="1"/>
          </p:cNvSpPr>
          <p:nvPr>
            <p:ph type="pic" sz="quarter" idx="27" hasCustomPrompt="1"/>
          </p:nvPr>
        </p:nvSpPr>
        <p:spPr>
          <a:xfrm>
            <a:off x="7276400" y="1697314"/>
            <a:ext cx="1817367" cy="3044222"/>
          </a:xfrm>
          <a:noFill/>
          <a:ln>
            <a:noFill/>
          </a:ln>
        </p:spPr>
        <p:txBody>
          <a:bodyPr lIns="360000" tIns="360000" rIns="360000" bIns="360000">
            <a:normAutofit/>
          </a:bodyPr>
          <a:lstStyle>
            <a:lvl1pPr marL="0" indent="0" algn="ctr">
              <a:buNone/>
              <a:defRPr sz="1001" b="1" i="0" cap="none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4"/>
              </a:buClr>
              <a:buSzPct val="100000"/>
              <a:buFontTx/>
              <a:buNone/>
              <a:tabLst/>
              <a:defRPr/>
            </a:pPr>
            <a:r>
              <a:rPr lang="nb-NO" noProof="0" dirty="0"/>
              <a:t>Klikk på ikonet for å legge til bilde</a:t>
            </a:r>
          </a:p>
          <a:p>
            <a:endParaRPr lang="en-US" dirty="0"/>
          </a:p>
        </p:txBody>
      </p:sp>
      <p:sp>
        <p:nvSpPr>
          <p:cNvPr id="26" name="Picture Placeholder 6"/>
          <p:cNvSpPr>
            <a:spLocks noGrp="1"/>
          </p:cNvSpPr>
          <p:nvPr>
            <p:ph type="pic" sz="quarter" idx="28" hasCustomPrompt="1"/>
          </p:nvPr>
        </p:nvSpPr>
        <p:spPr>
          <a:xfrm>
            <a:off x="9356664" y="1697314"/>
            <a:ext cx="1819878" cy="3044222"/>
          </a:xfrm>
          <a:noFill/>
          <a:ln>
            <a:noFill/>
          </a:ln>
        </p:spPr>
        <p:txBody>
          <a:bodyPr lIns="360000" tIns="360000" rIns="360000" bIns="360000">
            <a:normAutofit/>
          </a:bodyPr>
          <a:lstStyle>
            <a:lvl1pPr marL="0" indent="0" algn="ctr">
              <a:buNone/>
              <a:defRPr sz="1001" b="1" i="0" cap="none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46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4"/>
              </a:buClr>
              <a:buSzPct val="100000"/>
              <a:buFontTx/>
              <a:buNone/>
              <a:tabLst/>
              <a:defRPr/>
            </a:pPr>
            <a:r>
              <a:rPr lang="nb-NO" noProof="0" dirty="0"/>
              <a:t>Klikk på ikonet for å legge til bilde</a:t>
            </a:r>
          </a:p>
          <a:p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8A0766A-0302-437E-A735-9F697DDEB56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11259" y="4875017"/>
            <a:ext cx="1819878" cy="1176868"/>
          </a:xfrm>
        </p:spPr>
        <p:txBody>
          <a:bodyPr/>
          <a:lstStyle>
            <a:lvl1pPr marL="0" marR="0" indent="0" algn="l" defTabSz="914423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/>
            </a:lvl1pPr>
            <a:lvl2pPr marL="0" indent="0">
              <a:buFontTx/>
              <a:buNone/>
              <a:defRPr/>
            </a:lvl2pPr>
            <a:lvl3pPr marL="169862" indent="0">
              <a:buFontTx/>
              <a:buNone/>
              <a:defRPr/>
            </a:lvl3pPr>
            <a:lvl4pPr marL="339725" indent="0">
              <a:buFontTx/>
              <a:buNone/>
              <a:defRPr/>
            </a:lvl4pPr>
            <a:lvl5pPr marL="519113" indent="0">
              <a:buFontTx/>
              <a:buNone/>
              <a:defRPr/>
            </a:lvl5pPr>
          </a:lstStyle>
          <a:p>
            <a:pPr lvl="0"/>
            <a:r>
              <a:rPr lang="nb-NO" noProof="0" dirty="0"/>
              <a:t>Klikk for å redigere </a:t>
            </a:r>
            <a:r>
              <a:rPr lang="nb-NO" noProof="0" dirty="0" err="1"/>
              <a:t>bio</a:t>
            </a:r>
            <a:endParaRPr lang="nb-NO" noProof="0" dirty="0"/>
          </a:p>
          <a:p>
            <a:pPr lvl="0"/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A0766A-0302-437E-A735-9F697DDEB56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122882" y="4875017"/>
            <a:ext cx="1830876" cy="1176868"/>
          </a:xfrm>
        </p:spPr>
        <p:txBody>
          <a:bodyPr/>
          <a:lstStyle>
            <a:lvl1pPr marL="0" marR="0" indent="0" algn="l" defTabSz="914423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/>
            </a:lvl1pPr>
            <a:lvl2pPr marL="0" indent="0">
              <a:buFontTx/>
              <a:buNone/>
              <a:defRPr/>
            </a:lvl2pPr>
            <a:lvl3pPr marL="169862" indent="0">
              <a:buFontTx/>
              <a:buNone/>
              <a:defRPr/>
            </a:lvl3pPr>
            <a:lvl4pPr marL="339725" indent="0">
              <a:buFontTx/>
              <a:buNone/>
              <a:defRPr/>
            </a:lvl4pPr>
            <a:lvl5pPr marL="519113" indent="0">
              <a:buFontTx/>
              <a:buNone/>
              <a:defRPr/>
            </a:lvl5pPr>
          </a:lstStyle>
          <a:p>
            <a:pPr lvl="0"/>
            <a:r>
              <a:rPr lang="nb-NO" noProof="0" dirty="0"/>
              <a:t>Klikk for å redigere </a:t>
            </a:r>
            <a:r>
              <a:rPr lang="nb-NO" noProof="0" dirty="0" err="1"/>
              <a:t>bio</a:t>
            </a:r>
            <a:endParaRPr lang="nb-NO" noProof="0" dirty="0"/>
          </a:p>
          <a:p>
            <a:pPr lvl="0"/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8A0766A-0302-437E-A735-9F697DDEB56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06396" y="4875017"/>
            <a:ext cx="1830876" cy="1176867"/>
          </a:xfrm>
        </p:spPr>
        <p:txBody>
          <a:bodyPr/>
          <a:lstStyle>
            <a:lvl1pPr marL="0" marR="0" indent="0" algn="l" defTabSz="914423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/>
            </a:lvl1pPr>
            <a:lvl2pPr marL="0" indent="0">
              <a:buFontTx/>
              <a:buNone/>
              <a:defRPr/>
            </a:lvl2pPr>
            <a:lvl3pPr marL="169862" indent="0">
              <a:buFontTx/>
              <a:buNone/>
              <a:defRPr/>
            </a:lvl3pPr>
            <a:lvl4pPr marL="339725" indent="0">
              <a:buFontTx/>
              <a:buNone/>
              <a:defRPr/>
            </a:lvl4pPr>
            <a:lvl5pPr marL="519113" indent="0">
              <a:buFontTx/>
              <a:buNone/>
              <a:defRPr/>
            </a:lvl5pPr>
          </a:lstStyle>
          <a:p>
            <a:pPr lvl="0"/>
            <a:r>
              <a:rPr lang="nb-NO" noProof="0" dirty="0"/>
              <a:t>Klikk for å redigere </a:t>
            </a:r>
            <a:r>
              <a:rPr lang="nb-NO" noProof="0" dirty="0" err="1"/>
              <a:t>bio</a:t>
            </a:r>
            <a:endParaRPr lang="nb-NO" noProof="0" dirty="0"/>
          </a:p>
          <a:p>
            <a:pPr lvl="0"/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8A0766A-0302-437E-A735-9F697DDEB56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78882" y="4875017"/>
            <a:ext cx="1830876" cy="1176868"/>
          </a:xfrm>
        </p:spPr>
        <p:txBody>
          <a:bodyPr/>
          <a:lstStyle>
            <a:lvl1pPr marL="0" marR="0" indent="0" algn="l" defTabSz="914423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/>
            </a:lvl1pPr>
            <a:lvl2pPr marL="0" indent="0">
              <a:buFontTx/>
              <a:buNone/>
              <a:defRPr/>
            </a:lvl2pPr>
            <a:lvl3pPr marL="169862" indent="0">
              <a:buFontTx/>
              <a:buNone/>
              <a:defRPr/>
            </a:lvl3pPr>
            <a:lvl4pPr marL="339725" indent="0">
              <a:buFontTx/>
              <a:buNone/>
              <a:defRPr/>
            </a:lvl4pPr>
            <a:lvl5pPr marL="519113" indent="0">
              <a:buFontTx/>
              <a:buNone/>
              <a:defRPr/>
            </a:lvl5pPr>
          </a:lstStyle>
          <a:p>
            <a:pPr lvl="0"/>
            <a:r>
              <a:rPr lang="nb-NO" noProof="0" dirty="0"/>
              <a:t>Klikk for å redigere </a:t>
            </a:r>
            <a:r>
              <a:rPr lang="nb-NO" noProof="0" dirty="0" err="1"/>
              <a:t>bio</a:t>
            </a:r>
            <a:endParaRPr lang="nb-NO" noProof="0" dirty="0"/>
          </a:p>
          <a:p>
            <a:pPr lvl="0"/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8A0766A-0302-437E-A735-9F697DDEB56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79068" y="4875017"/>
            <a:ext cx="1796933" cy="1176868"/>
          </a:xfrm>
        </p:spPr>
        <p:txBody>
          <a:bodyPr/>
          <a:lstStyle>
            <a:lvl1pPr marL="0" marR="0" indent="0" algn="l" defTabSz="914423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/>
            </a:lvl1pPr>
            <a:lvl2pPr marL="0" indent="0">
              <a:buFontTx/>
              <a:buNone/>
              <a:defRPr/>
            </a:lvl2pPr>
            <a:lvl3pPr marL="169862" indent="0">
              <a:buFontTx/>
              <a:buNone/>
              <a:defRPr/>
            </a:lvl3pPr>
            <a:lvl4pPr marL="339725" indent="0">
              <a:buFontTx/>
              <a:buNone/>
              <a:defRPr/>
            </a:lvl4pPr>
            <a:lvl5pPr marL="519113" indent="0">
              <a:buFontTx/>
              <a:buNone/>
              <a:defRPr/>
            </a:lvl5pPr>
          </a:lstStyle>
          <a:p>
            <a:pPr lvl="0"/>
            <a:r>
              <a:rPr lang="nb-NO" noProof="0" dirty="0"/>
              <a:t>Klikk for å redigere </a:t>
            </a:r>
            <a:r>
              <a:rPr lang="nb-NO" noProof="0" dirty="0" err="1"/>
              <a:t>bio</a:t>
            </a:r>
            <a:endParaRPr lang="nb-NO" noProof="0" dirty="0"/>
          </a:p>
          <a:p>
            <a:pPr lvl="0"/>
            <a:endParaRPr lang="en-US" dirty="0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73AEB3A5-954A-4E7B-9822-25580AF0B37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379067" y="1431883"/>
            <a:ext cx="1796933" cy="230187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nb-NO" dirty="0"/>
              <a:t>Sett inn navn</a:t>
            </a:r>
          </a:p>
        </p:txBody>
      </p:sp>
      <p:sp>
        <p:nvSpPr>
          <p:cNvPr id="20" name="Plassholder for tekst 3">
            <a:extLst>
              <a:ext uri="{FF2B5EF4-FFF2-40B4-BE49-F238E27FC236}">
                <a16:creationId xmlns:a16="http://schemas.microsoft.com/office/drawing/2014/main" id="{7FE8E7F1-1979-4F4A-B066-FF0C45CDB6E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125845" y="1431884"/>
            <a:ext cx="1827913" cy="230187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nb-NO" dirty="0"/>
              <a:t>Sett inn navn</a:t>
            </a:r>
          </a:p>
        </p:txBody>
      </p:sp>
      <p:sp>
        <p:nvSpPr>
          <p:cNvPr id="21" name="Plassholder for tekst 3">
            <a:extLst>
              <a:ext uri="{FF2B5EF4-FFF2-40B4-BE49-F238E27FC236}">
                <a16:creationId xmlns:a16="http://schemas.microsoft.com/office/drawing/2014/main" id="{15094034-1D55-4E1B-9DC5-6611A0FC603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6396" y="1431884"/>
            <a:ext cx="1827913" cy="230187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nb-NO" dirty="0"/>
              <a:t>Sett inn navn</a:t>
            </a:r>
          </a:p>
        </p:txBody>
      </p:sp>
      <p:sp>
        <p:nvSpPr>
          <p:cNvPr id="25" name="Plassholder for tekst 3">
            <a:extLst>
              <a:ext uri="{FF2B5EF4-FFF2-40B4-BE49-F238E27FC236}">
                <a16:creationId xmlns:a16="http://schemas.microsoft.com/office/drawing/2014/main" id="{4625233E-CB7C-4779-A76D-F0C8334816F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278085" y="1437404"/>
            <a:ext cx="1827913" cy="230187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nb-NO" dirty="0"/>
              <a:t>Sett inn navn</a:t>
            </a:r>
          </a:p>
        </p:txBody>
      </p:sp>
      <p:sp>
        <p:nvSpPr>
          <p:cNvPr id="27" name="Plassholder for tekst 3">
            <a:extLst>
              <a:ext uri="{FF2B5EF4-FFF2-40B4-BE49-F238E27FC236}">
                <a16:creationId xmlns:a16="http://schemas.microsoft.com/office/drawing/2014/main" id="{5DFB3E57-C1A1-426C-99AB-F08D765655C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11259" y="1431885"/>
            <a:ext cx="1819878" cy="230187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2"/>
                </a:solidFill>
              </a:defRPr>
            </a:lvl1pPr>
          </a:lstStyle>
          <a:p>
            <a:pPr lvl="0"/>
            <a:r>
              <a:rPr lang="nb-NO" dirty="0"/>
              <a:t>Sett inn navn</a:t>
            </a:r>
          </a:p>
        </p:txBody>
      </p:sp>
      <p:pic>
        <p:nvPicPr>
          <p:cNvPr id="6" name="Grafikk 5">
            <a:extLst>
              <a:ext uri="{FF2B5EF4-FFF2-40B4-BE49-F238E27FC236}">
                <a16:creationId xmlns:a16="http://schemas.microsoft.com/office/drawing/2014/main" id="{A6078DE7-6C3C-3526-F1FB-44EE145CA7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25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llustrasjon/bilde på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7F141F88-203A-3982-C475-286A1701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542" y="662815"/>
            <a:ext cx="8866516" cy="644097"/>
          </a:xfrm>
        </p:spPr>
        <p:txBody>
          <a:bodyPr/>
          <a:lstStyle/>
          <a:p>
            <a:r>
              <a:rPr lang="nb-NO"/>
              <a:t>Klikk for å redigere tittelstil</a:t>
            </a:r>
            <a:endParaRPr lang="nb-NO" dirty="0"/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2A121433-8804-A8E0-AD92-F8BE127002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31813" y="663574"/>
            <a:ext cx="1866900" cy="533249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b-NO" dirty="0"/>
              <a:t>Illustrasjon</a:t>
            </a:r>
          </a:p>
        </p:txBody>
      </p:sp>
      <p:sp>
        <p:nvSpPr>
          <p:cNvPr id="6" name="Plassholder for tekst 7">
            <a:extLst>
              <a:ext uri="{FF2B5EF4-FFF2-40B4-BE49-F238E27FC236}">
                <a16:creationId xmlns:a16="http://schemas.microsoft.com/office/drawing/2014/main" id="{EB876A5B-0EA9-4756-0555-6E700A1C224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664542" y="1586955"/>
            <a:ext cx="8866516" cy="4409110"/>
          </a:xfrm>
        </p:spPr>
        <p:txBody>
          <a:bodyPr/>
          <a:lstStyle>
            <a:lvl1pPr marL="270054" indent="-270054">
              <a:buFont typeface="Arial" panose="020B0604020202020204" pitchFamily="34" charset="0"/>
              <a:buChar char="•"/>
              <a:defRPr/>
            </a:lvl1pPr>
            <a:lvl2pPr marL="540108" indent="-180036">
              <a:buFont typeface="Arial" panose="020B0604020202020204" pitchFamily="34" charset="0"/>
              <a:buChar char="•"/>
              <a:defRPr/>
            </a:lvl2pPr>
            <a:lvl3pPr marL="720144" indent="-180036">
              <a:buFont typeface="Arial" panose="020B0604020202020204" pitchFamily="34" charset="0"/>
              <a:buChar char="•"/>
              <a:defRPr/>
            </a:lvl3pPr>
            <a:lvl4pPr marL="900180" indent="-180036">
              <a:buFont typeface="Arial" panose="020B0604020202020204" pitchFamily="34" charset="0"/>
              <a:buChar char="•"/>
              <a:defRPr/>
            </a:lvl4pPr>
            <a:lvl5pPr marL="1080216" indent="-180036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nb-NO" dirty="0"/>
          </a:p>
        </p:txBody>
      </p:sp>
      <p:pic>
        <p:nvPicPr>
          <p:cNvPr id="7" name="Grafikk 6">
            <a:extLst>
              <a:ext uri="{FF2B5EF4-FFF2-40B4-BE49-F238E27FC236}">
                <a16:creationId xmlns:a16="http://schemas.microsoft.com/office/drawing/2014/main" id="{845DE25C-EED2-46A4-63FF-A5658D3176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80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dslin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Rett linje 3">
            <a:extLst>
              <a:ext uri="{FF2B5EF4-FFF2-40B4-BE49-F238E27FC236}">
                <a16:creationId xmlns:a16="http://schemas.microsoft.com/office/drawing/2014/main" id="{6344F45C-044F-4F58-B39A-424740567BD3}"/>
              </a:ext>
            </a:extLst>
          </p:cNvPr>
          <p:cNvCxnSpPr>
            <a:cxnSpLocks/>
          </p:cNvCxnSpPr>
          <p:nvPr userDrawn="1"/>
        </p:nvCxnSpPr>
        <p:spPr>
          <a:xfrm>
            <a:off x="3316361" y="1408220"/>
            <a:ext cx="0" cy="507774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" name="Plassholder for tekst 5">
            <a:extLst>
              <a:ext uri="{FF2B5EF4-FFF2-40B4-BE49-F238E27FC236}">
                <a16:creationId xmlns:a16="http://schemas.microsoft.com/office/drawing/2014/main" id="{FE7B14AC-8F7D-47E9-87A7-B3DAF7918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082" y="1543451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8" name="Plassholder for tekst 5">
            <a:extLst>
              <a:ext uri="{FF2B5EF4-FFF2-40B4-BE49-F238E27FC236}">
                <a16:creationId xmlns:a16="http://schemas.microsoft.com/office/drawing/2014/main" id="{555FF45B-93CC-49AD-A331-3D266349B23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241082" y="2161759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10" name="Plassholder for tekst 5">
            <a:extLst>
              <a:ext uri="{FF2B5EF4-FFF2-40B4-BE49-F238E27FC236}">
                <a16:creationId xmlns:a16="http://schemas.microsoft.com/office/drawing/2014/main" id="{B418AA3D-BBE0-46E6-8552-E9B834F3B1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41082" y="2780067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12" name="Plassholder for tekst 5">
            <a:extLst>
              <a:ext uri="{FF2B5EF4-FFF2-40B4-BE49-F238E27FC236}">
                <a16:creationId xmlns:a16="http://schemas.microsoft.com/office/drawing/2014/main" id="{B7E858B7-F7EE-43F9-8155-AEE886CA21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41082" y="3398375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14" name="Plassholder for tekst 5">
            <a:extLst>
              <a:ext uri="{FF2B5EF4-FFF2-40B4-BE49-F238E27FC236}">
                <a16:creationId xmlns:a16="http://schemas.microsoft.com/office/drawing/2014/main" id="{618BAD4A-1C32-4E60-8593-98C153C396E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41082" y="4016687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16" name="Plassholder for tekst 5">
            <a:extLst>
              <a:ext uri="{FF2B5EF4-FFF2-40B4-BE49-F238E27FC236}">
                <a16:creationId xmlns:a16="http://schemas.microsoft.com/office/drawing/2014/main" id="{9A3AF5B4-EF68-41C6-B7F8-9DE087C6C5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1082" y="4646699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18" name="Plassholder for tekst 5">
            <a:extLst>
              <a:ext uri="{FF2B5EF4-FFF2-40B4-BE49-F238E27FC236}">
                <a16:creationId xmlns:a16="http://schemas.microsoft.com/office/drawing/2014/main" id="{6BE155DE-B264-4F75-8A6E-CC42357CD9B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241082" y="5276711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20" name="Plassholder for tekst 5">
            <a:extLst>
              <a:ext uri="{FF2B5EF4-FFF2-40B4-BE49-F238E27FC236}">
                <a16:creationId xmlns:a16="http://schemas.microsoft.com/office/drawing/2014/main" id="{3C49E2AF-ABC8-441F-BFD6-EC59951476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41082" y="5909648"/>
            <a:ext cx="765992" cy="235811"/>
          </a:xfrm>
        </p:spPr>
        <p:txBody>
          <a:bodyPr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22" name="Plassholder for tekst 21">
            <a:extLst>
              <a:ext uri="{FF2B5EF4-FFF2-40B4-BE49-F238E27FC236}">
                <a16:creationId xmlns:a16="http://schemas.microsoft.com/office/drawing/2014/main" id="{79BB66D1-6AAE-472A-90EC-3047E980DE7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73630" y="1542680"/>
            <a:ext cx="6833686" cy="531720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24" name="Plassholder for tekst 21">
            <a:extLst>
              <a:ext uri="{FF2B5EF4-FFF2-40B4-BE49-F238E27FC236}">
                <a16:creationId xmlns:a16="http://schemas.microsoft.com/office/drawing/2014/main" id="{B63691A1-96AE-4EAB-BFFB-2FA7ABD4034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573628" y="2161394"/>
            <a:ext cx="6833683" cy="531719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26" name="Plassholder for tekst 21">
            <a:extLst>
              <a:ext uri="{FF2B5EF4-FFF2-40B4-BE49-F238E27FC236}">
                <a16:creationId xmlns:a16="http://schemas.microsoft.com/office/drawing/2014/main" id="{3A418C78-D8F2-4204-A77F-BC0A6DDD527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573627" y="2782834"/>
            <a:ext cx="6833681" cy="531718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28" name="Plassholder for tekst 21">
            <a:extLst>
              <a:ext uri="{FF2B5EF4-FFF2-40B4-BE49-F238E27FC236}">
                <a16:creationId xmlns:a16="http://schemas.microsoft.com/office/drawing/2014/main" id="{E80A743A-46E3-4DA9-9E30-9927A93F9A0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573627" y="3401548"/>
            <a:ext cx="6833681" cy="531717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30" name="Plassholder for tekst 21">
            <a:extLst>
              <a:ext uri="{FF2B5EF4-FFF2-40B4-BE49-F238E27FC236}">
                <a16:creationId xmlns:a16="http://schemas.microsoft.com/office/drawing/2014/main" id="{3DFDBE0F-93ED-4EAD-BC48-E2CE2A59149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573627" y="4012058"/>
            <a:ext cx="6833679" cy="531717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32" name="Plassholder for tekst 21">
            <a:extLst>
              <a:ext uri="{FF2B5EF4-FFF2-40B4-BE49-F238E27FC236}">
                <a16:creationId xmlns:a16="http://schemas.microsoft.com/office/drawing/2014/main" id="{C9DD995B-E008-4210-B780-B5CDA7128E0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573625" y="4651327"/>
            <a:ext cx="6833679" cy="531716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34" name="Plassholder for tekst 21">
            <a:extLst>
              <a:ext uri="{FF2B5EF4-FFF2-40B4-BE49-F238E27FC236}">
                <a16:creationId xmlns:a16="http://schemas.microsoft.com/office/drawing/2014/main" id="{1F68771E-EFFE-4474-AD61-545B6E59BE2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3573624" y="5276346"/>
            <a:ext cx="6833678" cy="53171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36" name="Plassholder for tekst 21">
            <a:extLst>
              <a:ext uri="{FF2B5EF4-FFF2-40B4-BE49-F238E27FC236}">
                <a16:creationId xmlns:a16="http://schemas.microsoft.com/office/drawing/2014/main" id="{A4995428-FF7B-4D58-970E-1A10D538042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573622" y="5909283"/>
            <a:ext cx="6833676" cy="53171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1FE991AB-F689-C44D-1040-A60270FDB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6361" y="662815"/>
            <a:ext cx="7090935" cy="644097"/>
          </a:xfrm>
        </p:spPr>
        <p:txBody>
          <a:bodyPr/>
          <a:lstStyle>
            <a:lvl1pPr algn="l">
              <a:defRPr/>
            </a:lvl1pPr>
          </a:lstStyle>
          <a:p>
            <a:r>
              <a:rPr lang="nb-NO" dirty="0"/>
              <a:t>Tidslinje – klikk for tittel</a:t>
            </a:r>
          </a:p>
        </p:txBody>
      </p:sp>
      <p:pic>
        <p:nvPicPr>
          <p:cNvPr id="3" name="Grafikk 2">
            <a:extLst>
              <a:ext uri="{FF2B5EF4-FFF2-40B4-BE49-F238E27FC236}">
                <a16:creationId xmlns:a16="http://schemas.microsoft.com/office/drawing/2014/main" id="{CEFC163D-DD1B-68EF-D65E-0F5B0F1756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  <p:sp>
        <p:nvSpPr>
          <p:cNvPr id="21" name="Ellipse 20">
            <a:extLst>
              <a:ext uri="{FF2B5EF4-FFF2-40B4-BE49-F238E27FC236}">
                <a16:creationId xmlns:a16="http://schemas.microsoft.com/office/drawing/2014/main" id="{A1117DE4-DC44-1BD6-CB15-DED08418A487}"/>
              </a:ext>
            </a:extLst>
          </p:cNvPr>
          <p:cNvSpPr/>
          <p:nvPr userDrawn="1"/>
        </p:nvSpPr>
        <p:spPr>
          <a:xfrm>
            <a:off x="3207683" y="1552678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2"/>
              </a:solidFill>
            </a:endParaRP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29322BDC-CDEC-54D4-CB66-CD3F03204E39}"/>
              </a:ext>
            </a:extLst>
          </p:cNvPr>
          <p:cNvSpPr/>
          <p:nvPr userDrawn="1"/>
        </p:nvSpPr>
        <p:spPr>
          <a:xfrm>
            <a:off x="3207682" y="2180215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50C878B-A165-8009-3428-C331A5E5D225}"/>
              </a:ext>
            </a:extLst>
          </p:cNvPr>
          <p:cNvSpPr/>
          <p:nvPr userDrawn="1"/>
        </p:nvSpPr>
        <p:spPr>
          <a:xfrm>
            <a:off x="3207681" y="2801358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0704DCD3-F9CB-877F-0F49-99C844ACE7F1}"/>
              </a:ext>
            </a:extLst>
          </p:cNvPr>
          <p:cNvSpPr/>
          <p:nvPr userDrawn="1"/>
        </p:nvSpPr>
        <p:spPr>
          <a:xfrm>
            <a:off x="3207681" y="3417970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64105A5E-E8D4-96E5-ED61-A49A4555541E}"/>
              </a:ext>
            </a:extLst>
          </p:cNvPr>
          <p:cNvSpPr/>
          <p:nvPr userDrawn="1"/>
        </p:nvSpPr>
        <p:spPr>
          <a:xfrm>
            <a:off x="3212426" y="4033242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C6A45875-2524-C151-94F0-5059A03EDC84}"/>
              </a:ext>
            </a:extLst>
          </p:cNvPr>
          <p:cNvSpPr/>
          <p:nvPr userDrawn="1"/>
        </p:nvSpPr>
        <p:spPr>
          <a:xfrm>
            <a:off x="3204931" y="4663350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9E80056A-BBC3-CD34-8855-0233E9275276}"/>
              </a:ext>
            </a:extLst>
          </p:cNvPr>
          <p:cNvSpPr/>
          <p:nvPr userDrawn="1"/>
        </p:nvSpPr>
        <p:spPr>
          <a:xfrm>
            <a:off x="3204930" y="5301443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56BDF3DC-60E5-0238-C8B6-F136F9C77C3E}"/>
              </a:ext>
            </a:extLst>
          </p:cNvPr>
          <p:cNvSpPr/>
          <p:nvPr userDrawn="1"/>
        </p:nvSpPr>
        <p:spPr>
          <a:xfrm>
            <a:off x="3205932" y="5916715"/>
            <a:ext cx="217355" cy="2173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8162900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Årshj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e 90">
            <a:extLst>
              <a:ext uri="{FF2B5EF4-FFF2-40B4-BE49-F238E27FC236}">
                <a16:creationId xmlns:a16="http://schemas.microsoft.com/office/drawing/2014/main" id="{9DD1D16B-047E-C5F8-685C-D22347A5055A}"/>
              </a:ext>
            </a:extLst>
          </p:cNvPr>
          <p:cNvGrpSpPr/>
          <p:nvPr userDrawn="1"/>
        </p:nvGrpSpPr>
        <p:grpSpPr>
          <a:xfrm>
            <a:off x="3899600" y="1230419"/>
            <a:ext cx="4393610" cy="4395354"/>
            <a:chOff x="4064448" y="1395331"/>
            <a:chExt cx="4063914" cy="4065529"/>
          </a:xfrm>
        </p:grpSpPr>
        <p:sp>
          <p:nvSpPr>
            <p:cNvPr id="11" name="Frihåndsform: figur 10">
              <a:extLst>
                <a:ext uri="{FF2B5EF4-FFF2-40B4-BE49-F238E27FC236}">
                  <a16:creationId xmlns:a16="http://schemas.microsoft.com/office/drawing/2014/main" id="{C01CAC64-FF15-6A61-6006-808F8B4969F0}"/>
                </a:ext>
              </a:extLst>
            </p:cNvPr>
            <p:cNvSpPr/>
            <p:nvPr userDrawn="1"/>
          </p:nvSpPr>
          <p:spPr>
            <a:xfrm>
              <a:off x="6096002" y="1438835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EB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57" name="Frihåndsform: figur 56">
              <a:extLst>
                <a:ext uri="{FF2B5EF4-FFF2-40B4-BE49-F238E27FC236}">
                  <a16:creationId xmlns:a16="http://schemas.microsoft.com/office/drawing/2014/main" id="{7ADF562B-361E-72F1-6103-ECF9059D227A}"/>
                </a:ext>
              </a:extLst>
            </p:cNvPr>
            <p:cNvSpPr/>
            <p:nvPr userDrawn="1"/>
          </p:nvSpPr>
          <p:spPr>
            <a:xfrm rot="1804936">
              <a:off x="6799595" y="1895217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3ACC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60" name="Frihåndsform: figur 59">
              <a:extLst>
                <a:ext uri="{FF2B5EF4-FFF2-40B4-BE49-F238E27FC236}">
                  <a16:creationId xmlns:a16="http://schemas.microsoft.com/office/drawing/2014/main" id="{2518A2A6-6706-FB9F-8A79-E91996EAD3DB}"/>
                </a:ext>
              </a:extLst>
            </p:cNvPr>
            <p:cNvSpPr/>
            <p:nvPr userDrawn="1"/>
          </p:nvSpPr>
          <p:spPr>
            <a:xfrm rot="3594633">
              <a:off x="7178168" y="2635793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36D8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 dirty="0">
                <a:solidFill>
                  <a:schemeClr val="tx1"/>
                </a:solidFill>
              </a:endParaRPr>
            </a:p>
          </p:txBody>
        </p:sp>
        <p:sp>
          <p:nvSpPr>
            <p:cNvPr id="63" name="Frihåndsform: figur 62">
              <a:extLst>
                <a:ext uri="{FF2B5EF4-FFF2-40B4-BE49-F238E27FC236}">
                  <a16:creationId xmlns:a16="http://schemas.microsoft.com/office/drawing/2014/main" id="{E7391F1C-745E-ACF7-A78F-3CD2050B7F48}"/>
                </a:ext>
              </a:extLst>
            </p:cNvPr>
            <p:cNvSpPr/>
            <p:nvPr userDrawn="1"/>
          </p:nvSpPr>
          <p:spPr>
            <a:xfrm rot="5400000">
              <a:off x="7135972" y="3473574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EDE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66" name="Frihåndsform: figur 65">
              <a:extLst>
                <a:ext uri="{FF2B5EF4-FFF2-40B4-BE49-F238E27FC236}">
                  <a16:creationId xmlns:a16="http://schemas.microsoft.com/office/drawing/2014/main" id="{2716ACFA-A715-E809-E65A-5FFA0391805A}"/>
                </a:ext>
              </a:extLst>
            </p:cNvPr>
            <p:cNvSpPr/>
            <p:nvPr userDrawn="1"/>
          </p:nvSpPr>
          <p:spPr>
            <a:xfrm rot="7190770">
              <a:off x="6684529" y="4172702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BB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69" name="Frihåndsform: figur 68">
              <a:extLst>
                <a:ext uri="{FF2B5EF4-FFF2-40B4-BE49-F238E27FC236}">
                  <a16:creationId xmlns:a16="http://schemas.microsoft.com/office/drawing/2014/main" id="{422676A9-9843-62F6-E08B-FE7DBEA1C044}"/>
                </a:ext>
              </a:extLst>
            </p:cNvPr>
            <p:cNvSpPr/>
            <p:nvPr userDrawn="1"/>
          </p:nvSpPr>
          <p:spPr>
            <a:xfrm rot="8989589">
              <a:off x="5941331" y="4555238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1A97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72" name="Frihåndsform: figur 71">
              <a:extLst>
                <a:ext uri="{FF2B5EF4-FFF2-40B4-BE49-F238E27FC236}">
                  <a16:creationId xmlns:a16="http://schemas.microsoft.com/office/drawing/2014/main" id="{98158E14-6572-B4C6-2922-B4C5FE426F11}"/>
                </a:ext>
              </a:extLst>
            </p:cNvPr>
            <p:cNvSpPr/>
            <p:nvPr userDrawn="1"/>
          </p:nvSpPr>
          <p:spPr>
            <a:xfrm rot="10800000">
              <a:off x="5101233" y="4513543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75" name="Frihåndsform: figur 74">
              <a:extLst>
                <a:ext uri="{FF2B5EF4-FFF2-40B4-BE49-F238E27FC236}">
                  <a16:creationId xmlns:a16="http://schemas.microsoft.com/office/drawing/2014/main" id="{A6A41DC9-1508-089F-1EBA-024979132DD1}"/>
                </a:ext>
              </a:extLst>
            </p:cNvPr>
            <p:cNvSpPr/>
            <p:nvPr userDrawn="1"/>
          </p:nvSpPr>
          <p:spPr>
            <a:xfrm rot="12587592">
              <a:off x="4403109" y="4063206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78" name="Frihåndsform: figur 77">
              <a:extLst>
                <a:ext uri="{FF2B5EF4-FFF2-40B4-BE49-F238E27FC236}">
                  <a16:creationId xmlns:a16="http://schemas.microsoft.com/office/drawing/2014/main" id="{213A0663-DE31-6B92-90E9-6B6B6FDEBA75}"/>
                </a:ext>
              </a:extLst>
            </p:cNvPr>
            <p:cNvSpPr/>
            <p:nvPr userDrawn="1"/>
          </p:nvSpPr>
          <p:spPr>
            <a:xfrm rot="14386512">
              <a:off x="4019876" y="3320315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46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81" name="Frihåndsform: figur 80">
              <a:extLst>
                <a:ext uri="{FF2B5EF4-FFF2-40B4-BE49-F238E27FC236}">
                  <a16:creationId xmlns:a16="http://schemas.microsoft.com/office/drawing/2014/main" id="{FA70601C-B5CB-A206-4A07-88A4DC1E438C}"/>
                </a:ext>
              </a:extLst>
            </p:cNvPr>
            <p:cNvSpPr/>
            <p:nvPr userDrawn="1"/>
          </p:nvSpPr>
          <p:spPr>
            <a:xfrm rot="16200000">
              <a:off x="4061264" y="2478805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EE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84" name="Frihåndsform: figur 83">
              <a:extLst>
                <a:ext uri="{FF2B5EF4-FFF2-40B4-BE49-F238E27FC236}">
                  <a16:creationId xmlns:a16="http://schemas.microsoft.com/office/drawing/2014/main" id="{32E76579-C47A-8AA2-95A9-6EF0D61CBD47}"/>
                </a:ext>
              </a:extLst>
            </p:cNvPr>
            <p:cNvSpPr/>
            <p:nvPr userDrawn="1"/>
          </p:nvSpPr>
          <p:spPr>
            <a:xfrm rot="18002648">
              <a:off x="4516846" y="1775931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AE19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  <p:sp>
          <p:nvSpPr>
            <p:cNvPr id="87" name="Frihåndsform: figur 86">
              <a:extLst>
                <a:ext uri="{FF2B5EF4-FFF2-40B4-BE49-F238E27FC236}">
                  <a16:creationId xmlns:a16="http://schemas.microsoft.com/office/drawing/2014/main" id="{26619EE9-DC75-3649-9BF7-133C395707AE}"/>
                </a:ext>
              </a:extLst>
            </p:cNvPr>
            <p:cNvSpPr/>
            <p:nvPr userDrawn="1"/>
          </p:nvSpPr>
          <p:spPr>
            <a:xfrm rot="19807961">
              <a:off x="5264348" y="1395331"/>
              <a:ext cx="994765" cy="905622"/>
            </a:xfrm>
            <a:custGeom>
              <a:avLst/>
              <a:gdLst>
                <a:gd name="connsiteX0" fmla="*/ 0 w 994765"/>
                <a:gd name="connsiteY0" fmla="*/ 0 h 905622"/>
                <a:gd name="connsiteX1" fmla="*/ 203482 w 994765"/>
                <a:gd name="connsiteY1" fmla="*/ 10275 h 905622"/>
                <a:gd name="connsiteX2" fmla="*/ 948630 w 994765"/>
                <a:gd name="connsiteY2" fmla="*/ 240202 h 905622"/>
                <a:gd name="connsiteX3" fmla="*/ 994765 w 994765"/>
                <a:gd name="connsiteY3" fmla="*/ 268230 h 905622"/>
                <a:gd name="connsiteX4" fmla="*/ 626542 w 994765"/>
                <a:gd name="connsiteY4" fmla="*/ 905622 h 905622"/>
                <a:gd name="connsiteX5" fmla="*/ 597484 w 994765"/>
                <a:gd name="connsiteY5" fmla="*/ 887969 h 905622"/>
                <a:gd name="connsiteX6" fmla="*/ 128160 w 994765"/>
                <a:gd name="connsiteY6" fmla="*/ 743152 h 905622"/>
                <a:gd name="connsiteX7" fmla="*/ 0 w 994765"/>
                <a:gd name="connsiteY7" fmla="*/ 736680 h 905622"/>
                <a:gd name="connsiteX8" fmla="*/ 0 w 994765"/>
                <a:gd name="connsiteY8" fmla="*/ 0 h 905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4765" h="905622">
                  <a:moveTo>
                    <a:pt x="0" y="0"/>
                  </a:moveTo>
                  <a:lnTo>
                    <a:pt x="203482" y="10275"/>
                  </a:lnTo>
                  <a:cubicBezTo>
                    <a:pt x="471096" y="37453"/>
                    <a:pt x="723036" y="117652"/>
                    <a:pt x="948630" y="240202"/>
                  </a:cubicBezTo>
                  <a:lnTo>
                    <a:pt x="994765" y="268230"/>
                  </a:lnTo>
                  <a:lnTo>
                    <a:pt x="626542" y="905622"/>
                  </a:lnTo>
                  <a:lnTo>
                    <a:pt x="597484" y="887969"/>
                  </a:lnTo>
                  <a:cubicBezTo>
                    <a:pt x="455395" y="810782"/>
                    <a:pt x="296714" y="760269"/>
                    <a:pt x="128160" y="743152"/>
                  </a:cubicBezTo>
                  <a:lnTo>
                    <a:pt x="0" y="73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B7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>
                <a:solidFill>
                  <a:schemeClr val="tx1"/>
                </a:solidFill>
              </a:endParaRPr>
            </a:p>
          </p:txBody>
        </p:sp>
      </p:grpSp>
      <p:sp>
        <p:nvSpPr>
          <p:cNvPr id="92" name="Ellipse 91">
            <a:extLst>
              <a:ext uri="{FF2B5EF4-FFF2-40B4-BE49-F238E27FC236}">
                <a16:creationId xmlns:a16="http://schemas.microsoft.com/office/drawing/2014/main" id="{7BA5F43B-F40A-C4B6-945C-9D2A1E1E58A0}"/>
              </a:ext>
            </a:extLst>
          </p:cNvPr>
          <p:cNvSpPr/>
          <p:nvPr userDrawn="1"/>
        </p:nvSpPr>
        <p:spPr>
          <a:xfrm>
            <a:off x="4849940" y="2182975"/>
            <a:ext cx="2492050" cy="2492050"/>
          </a:xfrm>
          <a:prstGeom prst="ellipse">
            <a:avLst/>
          </a:prstGeom>
          <a:gradFill>
            <a:gsLst>
              <a:gs pos="0">
                <a:srgbClr val="FFFFFF"/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2800" b="1" dirty="0">
              <a:solidFill>
                <a:schemeClr val="tx1"/>
              </a:solidFill>
              <a:latin typeface="+mj-lt"/>
            </a:endParaRPr>
          </a:p>
          <a:p>
            <a:pPr algn="ctr"/>
            <a:endParaRPr lang="nb-NO" dirty="0"/>
          </a:p>
        </p:txBody>
      </p:sp>
      <p:sp>
        <p:nvSpPr>
          <p:cNvPr id="136" name="TekstSylinder 135">
            <a:extLst>
              <a:ext uri="{FF2B5EF4-FFF2-40B4-BE49-F238E27FC236}">
                <a16:creationId xmlns:a16="http://schemas.microsoft.com/office/drawing/2014/main" id="{DA22BD19-19C5-E431-F24F-94EE0E70C09C}"/>
              </a:ext>
            </a:extLst>
          </p:cNvPr>
          <p:cNvSpPr txBox="1"/>
          <p:nvPr userDrawn="1"/>
        </p:nvSpPr>
        <p:spPr>
          <a:xfrm rot="955432">
            <a:off x="6289860" y="1555960"/>
            <a:ext cx="5565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>
                <a:solidFill>
                  <a:schemeClr val="tx2"/>
                </a:solidFill>
              </a:rPr>
              <a:t>Jan</a:t>
            </a:r>
          </a:p>
        </p:txBody>
      </p:sp>
      <p:sp>
        <p:nvSpPr>
          <p:cNvPr id="137" name="TekstSylinder 136">
            <a:extLst>
              <a:ext uri="{FF2B5EF4-FFF2-40B4-BE49-F238E27FC236}">
                <a16:creationId xmlns:a16="http://schemas.microsoft.com/office/drawing/2014/main" id="{ECCC38D6-27B6-C352-8405-5F4E7529CF0C}"/>
              </a:ext>
            </a:extLst>
          </p:cNvPr>
          <p:cNvSpPr txBox="1"/>
          <p:nvPr userDrawn="1"/>
        </p:nvSpPr>
        <p:spPr>
          <a:xfrm rot="2743980">
            <a:off x="7054606" y="1993044"/>
            <a:ext cx="59894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 err="1">
                <a:solidFill>
                  <a:srgbClr val="FFFFFF"/>
                </a:solidFill>
              </a:rPr>
              <a:t>Feb</a:t>
            </a:r>
            <a:endParaRPr lang="nb-NO" sz="2200" dirty="0">
              <a:solidFill>
                <a:srgbClr val="FFFFFF"/>
              </a:solidFill>
            </a:endParaRPr>
          </a:p>
        </p:txBody>
      </p:sp>
      <p:sp>
        <p:nvSpPr>
          <p:cNvPr id="138" name="TekstSylinder 137">
            <a:extLst>
              <a:ext uri="{FF2B5EF4-FFF2-40B4-BE49-F238E27FC236}">
                <a16:creationId xmlns:a16="http://schemas.microsoft.com/office/drawing/2014/main" id="{2E9198AD-06F5-E05F-B545-4356E7E34361}"/>
              </a:ext>
            </a:extLst>
          </p:cNvPr>
          <p:cNvSpPr txBox="1"/>
          <p:nvPr userDrawn="1"/>
        </p:nvSpPr>
        <p:spPr>
          <a:xfrm rot="4529329">
            <a:off x="7442033" y="2787479"/>
            <a:ext cx="65755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139" name="TekstSylinder 138">
            <a:extLst>
              <a:ext uri="{FF2B5EF4-FFF2-40B4-BE49-F238E27FC236}">
                <a16:creationId xmlns:a16="http://schemas.microsoft.com/office/drawing/2014/main" id="{2E5F7674-35B8-A4EF-8137-6B84F6D62C49}"/>
              </a:ext>
            </a:extLst>
          </p:cNvPr>
          <p:cNvSpPr txBox="1"/>
          <p:nvPr userDrawn="1"/>
        </p:nvSpPr>
        <p:spPr>
          <a:xfrm rot="6350649">
            <a:off x="7472076" y="3679011"/>
            <a:ext cx="59343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 err="1">
                <a:solidFill>
                  <a:schemeClr val="tx2"/>
                </a:solidFill>
              </a:rPr>
              <a:t>Apr</a:t>
            </a:r>
            <a:endParaRPr lang="nb-NO" sz="2200" dirty="0">
              <a:solidFill>
                <a:schemeClr val="tx2"/>
              </a:solidFill>
            </a:endParaRPr>
          </a:p>
        </p:txBody>
      </p:sp>
      <p:sp>
        <p:nvSpPr>
          <p:cNvPr id="140" name="TekstSylinder 139">
            <a:extLst>
              <a:ext uri="{FF2B5EF4-FFF2-40B4-BE49-F238E27FC236}">
                <a16:creationId xmlns:a16="http://schemas.microsoft.com/office/drawing/2014/main" id="{63790B8E-BFFB-B533-6BBA-C90D29E0F827}"/>
              </a:ext>
            </a:extLst>
          </p:cNvPr>
          <p:cNvSpPr txBox="1"/>
          <p:nvPr userDrawn="1"/>
        </p:nvSpPr>
        <p:spPr>
          <a:xfrm rot="8063538">
            <a:off x="7013773" y="4459978"/>
            <a:ext cx="62388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>
                <a:solidFill>
                  <a:schemeClr val="tx2"/>
                </a:solidFill>
              </a:rPr>
              <a:t>Mai</a:t>
            </a:r>
          </a:p>
        </p:txBody>
      </p:sp>
      <p:sp>
        <p:nvSpPr>
          <p:cNvPr id="141" name="TekstSylinder 140">
            <a:extLst>
              <a:ext uri="{FF2B5EF4-FFF2-40B4-BE49-F238E27FC236}">
                <a16:creationId xmlns:a16="http://schemas.microsoft.com/office/drawing/2014/main" id="{492B8DFA-B97A-68F7-B6D1-C4D5D34ADB8B}"/>
              </a:ext>
            </a:extLst>
          </p:cNvPr>
          <p:cNvSpPr txBox="1"/>
          <p:nvPr userDrawn="1"/>
        </p:nvSpPr>
        <p:spPr>
          <a:xfrm rot="9751708">
            <a:off x="6267308" y="4889704"/>
            <a:ext cx="5693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 err="1">
                <a:solidFill>
                  <a:srgbClr val="FFFFFF"/>
                </a:solidFill>
              </a:rPr>
              <a:t>Jun</a:t>
            </a:r>
            <a:endParaRPr lang="nb-NO" sz="2200" dirty="0">
              <a:solidFill>
                <a:srgbClr val="FFFFFF"/>
              </a:solidFill>
            </a:endParaRPr>
          </a:p>
        </p:txBody>
      </p:sp>
      <p:sp>
        <p:nvSpPr>
          <p:cNvPr id="142" name="TekstSylinder 141">
            <a:extLst>
              <a:ext uri="{FF2B5EF4-FFF2-40B4-BE49-F238E27FC236}">
                <a16:creationId xmlns:a16="http://schemas.microsoft.com/office/drawing/2014/main" id="{DD6151BC-09ED-08B5-0182-03F393636937}"/>
              </a:ext>
            </a:extLst>
          </p:cNvPr>
          <p:cNvSpPr txBox="1"/>
          <p:nvPr userDrawn="1"/>
        </p:nvSpPr>
        <p:spPr>
          <a:xfrm rot="11622885">
            <a:off x="5388905" y="4889704"/>
            <a:ext cx="4860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>
                <a:solidFill>
                  <a:schemeClr val="tx2"/>
                </a:solidFill>
              </a:rPr>
              <a:t>Jul</a:t>
            </a:r>
          </a:p>
        </p:txBody>
      </p:sp>
      <p:sp>
        <p:nvSpPr>
          <p:cNvPr id="143" name="TekstSylinder 142">
            <a:extLst>
              <a:ext uri="{FF2B5EF4-FFF2-40B4-BE49-F238E27FC236}">
                <a16:creationId xmlns:a16="http://schemas.microsoft.com/office/drawing/2014/main" id="{261F081B-79D2-251C-0A37-108D42154BEC}"/>
              </a:ext>
            </a:extLst>
          </p:cNvPr>
          <p:cNvSpPr txBox="1"/>
          <p:nvPr userDrawn="1"/>
        </p:nvSpPr>
        <p:spPr>
          <a:xfrm rot="13472424">
            <a:off x="4563927" y="4479869"/>
            <a:ext cx="6286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 err="1">
                <a:solidFill>
                  <a:schemeClr val="tx2"/>
                </a:solidFill>
              </a:rPr>
              <a:t>Aug</a:t>
            </a:r>
            <a:endParaRPr lang="nb-NO" sz="2200" dirty="0">
              <a:solidFill>
                <a:schemeClr val="tx2"/>
              </a:solidFill>
            </a:endParaRPr>
          </a:p>
        </p:txBody>
      </p:sp>
      <p:sp>
        <p:nvSpPr>
          <p:cNvPr id="144" name="TekstSylinder 143">
            <a:extLst>
              <a:ext uri="{FF2B5EF4-FFF2-40B4-BE49-F238E27FC236}">
                <a16:creationId xmlns:a16="http://schemas.microsoft.com/office/drawing/2014/main" id="{E1B230B4-4D9E-4E3C-D2E2-00A48CBCCD75}"/>
              </a:ext>
            </a:extLst>
          </p:cNvPr>
          <p:cNvSpPr txBox="1"/>
          <p:nvPr userDrawn="1"/>
        </p:nvSpPr>
        <p:spPr>
          <a:xfrm rot="15043648">
            <a:off x="4118388" y="3730459"/>
            <a:ext cx="60305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 err="1">
                <a:solidFill>
                  <a:srgbClr val="FFFFFF"/>
                </a:solidFill>
              </a:rPr>
              <a:t>Sep</a:t>
            </a:r>
            <a:endParaRPr lang="nb-NO" sz="2200" dirty="0">
              <a:solidFill>
                <a:srgbClr val="FFFFFF"/>
              </a:solidFill>
            </a:endParaRPr>
          </a:p>
        </p:txBody>
      </p:sp>
      <p:sp>
        <p:nvSpPr>
          <p:cNvPr id="145" name="TekstSylinder 144">
            <a:extLst>
              <a:ext uri="{FF2B5EF4-FFF2-40B4-BE49-F238E27FC236}">
                <a16:creationId xmlns:a16="http://schemas.microsoft.com/office/drawing/2014/main" id="{CA416A96-E486-EF2A-85F1-46FA5B590F82}"/>
              </a:ext>
            </a:extLst>
          </p:cNvPr>
          <p:cNvSpPr txBox="1"/>
          <p:nvPr userDrawn="1"/>
        </p:nvSpPr>
        <p:spPr>
          <a:xfrm rot="16885425">
            <a:off x="4136640" y="2782101"/>
            <a:ext cx="59368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 err="1">
                <a:solidFill>
                  <a:schemeClr val="tx2"/>
                </a:solidFill>
              </a:rPr>
              <a:t>Okt</a:t>
            </a:r>
            <a:endParaRPr lang="nb-NO" sz="2200" dirty="0">
              <a:solidFill>
                <a:schemeClr val="tx2"/>
              </a:solidFill>
            </a:endParaRPr>
          </a:p>
        </p:txBody>
      </p:sp>
      <p:sp>
        <p:nvSpPr>
          <p:cNvPr id="146" name="TekstSylinder 145">
            <a:extLst>
              <a:ext uri="{FF2B5EF4-FFF2-40B4-BE49-F238E27FC236}">
                <a16:creationId xmlns:a16="http://schemas.microsoft.com/office/drawing/2014/main" id="{9B056171-57D9-12CB-8507-D2AB8E4B7581}"/>
              </a:ext>
            </a:extLst>
          </p:cNvPr>
          <p:cNvSpPr txBox="1"/>
          <p:nvPr userDrawn="1"/>
        </p:nvSpPr>
        <p:spPr>
          <a:xfrm rot="18743562">
            <a:off x="4538601" y="2012133"/>
            <a:ext cx="64190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>
                <a:solidFill>
                  <a:schemeClr val="tx2"/>
                </a:solidFill>
              </a:rPr>
              <a:t>Nov</a:t>
            </a:r>
          </a:p>
        </p:txBody>
      </p:sp>
      <p:sp>
        <p:nvSpPr>
          <p:cNvPr id="147" name="TekstSylinder 146">
            <a:extLst>
              <a:ext uri="{FF2B5EF4-FFF2-40B4-BE49-F238E27FC236}">
                <a16:creationId xmlns:a16="http://schemas.microsoft.com/office/drawing/2014/main" id="{F79F15DD-787D-BC5B-4577-4794AA16E2B6}"/>
              </a:ext>
            </a:extLst>
          </p:cNvPr>
          <p:cNvSpPr txBox="1"/>
          <p:nvPr userDrawn="1"/>
        </p:nvSpPr>
        <p:spPr>
          <a:xfrm rot="20503138">
            <a:off x="5325446" y="1536415"/>
            <a:ext cx="6094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nb-NO" sz="2200" dirty="0">
                <a:solidFill>
                  <a:srgbClr val="FFFFFF"/>
                </a:solidFill>
              </a:rPr>
              <a:t>Des</a:t>
            </a:r>
          </a:p>
        </p:txBody>
      </p:sp>
      <p:pic>
        <p:nvPicPr>
          <p:cNvPr id="150" name="Grafikk 149" descr="Dagskalender kontur">
            <a:extLst>
              <a:ext uri="{FF2B5EF4-FFF2-40B4-BE49-F238E27FC236}">
                <a16:creationId xmlns:a16="http://schemas.microsoft.com/office/drawing/2014/main" id="{B56F551A-BBEA-CBE2-A21B-E31E1EA2A5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40116" y="2948109"/>
            <a:ext cx="575508" cy="575508"/>
          </a:xfrm>
          <a:prstGeom prst="rect">
            <a:avLst/>
          </a:prstGeom>
        </p:spPr>
      </p:pic>
      <p:sp>
        <p:nvSpPr>
          <p:cNvPr id="167" name="Plassholder for tekst 21">
            <a:extLst>
              <a:ext uri="{FF2B5EF4-FFF2-40B4-BE49-F238E27FC236}">
                <a16:creationId xmlns:a16="http://schemas.microsoft.com/office/drawing/2014/main" id="{C5575B6B-D9D1-BF36-985C-6D6A3A602D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22959" y="2535656"/>
            <a:ext cx="979094" cy="395788"/>
          </a:xfrm>
        </p:spPr>
        <p:txBody>
          <a:bodyPr>
            <a:noAutofit/>
          </a:bodyPr>
          <a:lstStyle>
            <a:lvl1pPr marL="0" indent="0" algn="ctr">
              <a:buNone/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nb-NO" dirty="0"/>
              <a:t>XXXX</a:t>
            </a:r>
          </a:p>
        </p:txBody>
      </p:sp>
      <p:sp>
        <p:nvSpPr>
          <p:cNvPr id="168" name="Plassholder for tekst 21">
            <a:extLst>
              <a:ext uri="{FF2B5EF4-FFF2-40B4-BE49-F238E27FC236}">
                <a16:creationId xmlns:a16="http://schemas.microsoft.com/office/drawing/2014/main" id="{64597A42-4E03-91C4-43D7-5B45F1B9284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411449" y="3539461"/>
            <a:ext cx="1351563" cy="1013483"/>
          </a:xfrm>
        </p:spPr>
        <p:txBody>
          <a:bodyPr wrap="square">
            <a:spAutoFit/>
          </a:bodyPr>
          <a:lstStyle>
            <a:lvl1pPr marL="0" indent="0" algn="ctr">
              <a:buNone/>
              <a:defRPr sz="1800" b="1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nb-NO" dirty="0" err="1"/>
              <a:t>Årshjul</a:t>
            </a:r>
            <a:r>
              <a:rPr lang="nb-NO" dirty="0"/>
              <a:t> for avdeling/</a:t>
            </a:r>
          </a:p>
          <a:p>
            <a:pPr lvl="0"/>
            <a:r>
              <a:rPr lang="nb-NO" dirty="0"/>
              <a:t>prosjekt</a:t>
            </a:r>
          </a:p>
        </p:txBody>
      </p:sp>
      <p:sp>
        <p:nvSpPr>
          <p:cNvPr id="170" name="Plassholder for tekst 21">
            <a:extLst>
              <a:ext uri="{FF2B5EF4-FFF2-40B4-BE49-F238E27FC236}">
                <a16:creationId xmlns:a16="http://schemas.microsoft.com/office/drawing/2014/main" id="{0FDC6265-9576-33AD-6E3A-1DDD8F968C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568141" y="466231"/>
            <a:ext cx="5443684" cy="815620"/>
          </a:xfrm>
        </p:spPr>
        <p:txBody>
          <a:bodyPr>
            <a:noAutofit/>
          </a:bodyPr>
          <a:lstStyle>
            <a:lvl1pPr marL="176213" indent="-176213">
              <a:buClr>
                <a:srgbClr val="D8EBF4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171" name="Plassholder for tekst 21">
            <a:extLst>
              <a:ext uri="{FF2B5EF4-FFF2-40B4-BE49-F238E27FC236}">
                <a16:creationId xmlns:a16="http://schemas.microsoft.com/office/drawing/2014/main" id="{E06E21F2-FFA0-FC7F-09B5-C9EAC68A23B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098361" y="1451702"/>
            <a:ext cx="3913464" cy="898654"/>
          </a:xfrm>
        </p:spPr>
        <p:txBody>
          <a:bodyPr>
            <a:noAutofit/>
          </a:bodyPr>
          <a:lstStyle>
            <a:lvl1pPr marL="176213" indent="-176213">
              <a:buClr>
                <a:srgbClr val="73ACC2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172" name="Plassholder for tekst 21">
            <a:extLst>
              <a:ext uri="{FF2B5EF4-FFF2-40B4-BE49-F238E27FC236}">
                <a16:creationId xmlns:a16="http://schemas.microsoft.com/office/drawing/2014/main" id="{6851B69C-20E9-5A01-A156-33E91BD57ED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88905" y="3563959"/>
            <a:ext cx="3625701" cy="898654"/>
          </a:xfrm>
        </p:spPr>
        <p:txBody>
          <a:bodyPr>
            <a:noAutofit/>
          </a:bodyPr>
          <a:lstStyle>
            <a:lvl1pPr marL="176213" indent="-176213">
              <a:buClr>
                <a:srgbClr val="CCEEE4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2" name="Plassholder for tekst 21">
            <a:extLst>
              <a:ext uri="{FF2B5EF4-FFF2-40B4-BE49-F238E27FC236}">
                <a16:creationId xmlns:a16="http://schemas.microsoft.com/office/drawing/2014/main" id="{4C6A663B-ACBF-E48F-5DF2-8DA635F77EA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8391687" y="2499281"/>
            <a:ext cx="3620138" cy="898654"/>
          </a:xfrm>
        </p:spPr>
        <p:txBody>
          <a:bodyPr>
            <a:noAutofit/>
          </a:bodyPr>
          <a:lstStyle>
            <a:lvl1pPr marL="176213" indent="-176213">
              <a:buClr>
                <a:srgbClr val="436D83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3" name="Plassholder for tekst 21">
            <a:extLst>
              <a:ext uri="{FF2B5EF4-FFF2-40B4-BE49-F238E27FC236}">
                <a16:creationId xmlns:a16="http://schemas.microsoft.com/office/drawing/2014/main" id="{5C8AD568-5311-99AD-3356-024D9EA6C4E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05064" y="4628637"/>
            <a:ext cx="3906761" cy="925837"/>
          </a:xfrm>
        </p:spPr>
        <p:txBody>
          <a:bodyPr>
            <a:noAutofit/>
          </a:bodyPr>
          <a:lstStyle>
            <a:lvl1pPr marL="176213" indent="-176213">
              <a:buClr>
                <a:schemeClr val="accent3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tekst 21">
            <a:extLst>
              <a:ext uri="{FF2B5EF4-FFF2-40B4-BE49-F238E27FC236}">
                <a16:creationId xmlns:a16="http://schemas.microsoft.com/office/drawing/2014/main" id="{01F054DF-73FC-DA1E-3E85-1B2718C47CD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568142" y="5703287"/>
            <a:ext cx="5443684" cy="898654"/>
          </a:xfrm>
        </p:spPr>
        <p:txBody>
          <a:bodyPr>
            <a:noAutofit/>
          </a:bodyPr>
          <a:lstStyle>
            <a:lvl1pPr marL="176213" indent="-176213">
              <a:buClr>
                <a:srgbClr val="04AB79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tekst 21">
            <a:extLst>
              <a:ext uri="{FF2B5EF4-FFF2-40B4-BE49-F238E27FC236}">
                <a16:creationId xmlns:a16="http://schemas.microsoft.com/office/drawing/2014/main" id="{1938F788-703D-9D6C-9EA3-3DD1C49513AD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211932" y="461683"/>
            <a:ext cx="5443684" cy="815620"/>
          </a:xfrm>
        </p:spPr>
        <p:txBody>
          <a:bodyPr>
            <a:noAutofit/>
          </a:bodyPr>
          <a:lstStyle>
            <a:lvl1pPr marL="176213" indent="-176213">
              <a:buClr>
                <a:schemeClr val="accent4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tekst 21">
            <a:extLst>
              <a:ext uri="{FF2B5EF4-FFF2-40B4-BE49-F238E27FC236}">
                <a16:creationId xmlns:a16="http://schemas.microsoft.com/office/drawing/2014/main" id="{129EDA07-6FD4-DBF4-8C48-1E14CD16491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209488" y="1447154"/>
            <a:ext cx="3913464" cy="898654"/>
          </a:xfrm>
        </p:spPr>
        <p:txBody>
          <a:bodyPr>
            <a:noAutofit/>
          </a:bodyPr>
          <a:lstStyle>
            <a:lvl1pPr marL="176213" indent="-176213">
              <a:buClr>
                <a:srgbClr val="FEE191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7" name="Plassholder for tekst 21">
            <a:extLst>
              <a:ext uri="{FF2B5EF4-FFF2-40B4-BE49-F238E27FC236}">
                <a16:creationId xmlns:a16="http://schemas.microsoft.com/office/drawing/2014/main" id="{CAF13453-29F0-7779-C742-A5CBA4857021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216700" y="3559411"/>
            <a:ext cx="3625701" cy="898654"/>
          </a:xfrm>
        </p:spPr>
        <p:txBody>
          <a:bodyPr>
            <a:noAutofit/>
          </a:bodyPr>
          <a:lstStyle>
            <a:lvl1pPr marL="176213" indent="-176213">
              <a:buClr>
                <a:srgbClr val="D14641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8" name="Plassholder for tekst 21">
            <a:extLst>
              <a:ext uri="{FF2B5EF4-FFF2-40B4-BE49-F238E27FC236}">
                <a16:creationId xmlns:a16="http://schemas.microsoft.com/office/drawing/2014/main" id="{3B57AC17-8238-057C-E125-7D9BD16065B8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214622" y="2494733"/>
            <a:ext cx="3620138" cy="898654"/>
          </a:xfrm>
        </p:spPr>
        <p:txBody>
          <a:bodyPr>
            <a:noAutofit/>
          </a:bodyPr>
          <a:lstStyle>
            <a:lvl1pPr marL="176213" indent="-176213">
              <a:buClr>
                <a:srgbClr val="FEEED9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9" name="Plassholder for tekst 21">
            <a:extLst>
              <a:ext uri="{FF2B5EF4-FFF2-40B4-BE49-F238E27FC236}">
                <a16:creationId xmlns:a16="http://schemas.microsoft.com/office/drawing/2014/main" id="{8CB66892-D404-CF6E-1A20-A108F063CDD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215945" y="4624089"/>
            <a:ext cx="3906761" cy="925837"/>
          </a:xfrm>
        </p:spPr>
        <p:txBody>
          <a:bodyPr>
            <a:noAutofit/>
          </a:bodyPr>
          <a:lstStyle>
            <a:lvl1pPr marL="176213" indent="-176213">
              <a:buClr>
                <a:srgbClr val="EE7068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10" name="Plassholder for tekst 21">
            <a:extLst>
              <a:ext uri="{FF2B5EF4-FFF2-40B4-BE49-F238E27FC236}">
                <a16:creationId xmlns:a16="http://schemas.microsoft.com/office/drawing/2014/main" id="{052DDFE7-C049-E43D-65B6-A13EE3CE732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211933" y="5698739"/>
            <a:ext cx="5443684" cy="898654"/>
          </a:xfrm>
        </p:spPr>
        <p:txBody>
          <a:bodyPr>
            <a:noAutofit/>
          </a:bodyPr>
          <a:lstStyle>
            <a:lvl1pPr marL="176213" indent="-176213">
              <a:buClr>
                <a:srgbClr val="FAD8D7"/>
              </a:buClr>
              <a:buSzPct val="140000"/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nb-NO"/>
              <a:t>Klikk for å redigere tekststiler i malen</a:t>
            </a:r>
          </a:p>
        </p:txBody>
      </p:sp>
      <p:cxnSp>
        <p:nvCxnSpPr>
          <p:cNvPr id="12" name="Rett linje 11">
            <a:extLst>
              <a:ext uri="{FF2B5EF4-FFF2-40B4-BE49-F238E27FC236}">
                <a16:creationId xmlns:a16="http://schemas.microsoft.com/office/drawing/2014/main" id="{453F78EF-8F42-B8AB-3846-F54AA46C0389}"/>
              </a:ext>
            </a:extLst>
          </p:cNvPr>
          <p:cNvCxnSpPr>
            <a:cxnSpLocks/>
          </p:cNvCxnSpPr>
          <p:nvPr userDrawn="1"/>
        </p:nvCxnSpPr>
        <p:spPr>
          <a:xfrm flipH="1">
            <a:off x="215945" y="1287135"/>
            <a:ext cx="507043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Rett linje 13">
            <a:extLst>
              <a:ext uri="{FF2B5EF4-FFF2-40B4-BE49-F238E27FC236}">
                <a16:creationId xmlns:a16="http://schemas.microsoft.com/office/drawing/2014/main" id="{E81B8CA6-D004-5246-F38F-C8CCE2EADEDB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5286375" y="1287135"/>
            <a:ext cx="152400" cy="183171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Rett linje 14">
            <a:extLst>
              <a:ext uri="{FF2B5EF4-FFF2-40B4-BE49-F238E27FC236}">
                <a16:creationId xmlns:a16="http://schemas.microsoft.com/office/drawing/2014/main" id="{18880A9C-1D90-8ED5-B5C3-7B11D1164B56}"/>
              </a:ext>
            </a:extLst>
          </p:cNvPr>
          <p:cNvCxnSpPr>
            <a:cxnSpLocks/>
          </p:cNvCxnSpPr>
          <p:nvPr userDrawn="1"/>
        </p:nvCxnSpPr>
        <p:spPr>
          <a:xfrm flipH="1">
            <a:off x="209488" y="2361659"/>
            <a:ext cx="4023949" cy="1777"/>
          </a:xfrm>
          <a:prstGeom prst="line">
            <a:avLst/>
          </a:prstGeom>
          <a:ln>
            <a:solidFill>
              <a:srgbClr val="FAE196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Rett linje 17">
            <a:extLst>
              <a:ext uri="{FF2B5EF4-FFF2-40B4-BE49-F238E27FC236}">
                <a16:creationId xmlns:a16="http://schemas.microsoft.com/office/drawing/2014/main" id="{54924B5C-C1EC-08C0-E33F-4DF9A254D50C}"/>
              </a:ext>
            </a:extLst>
          </p:cNvPr>
          <p:cNvCxnSpPr>
            <a:cxnSpLocks/>
          </p:cNvCxnSpPr>
          <p:nvPr userDrawn="1"/>
        </p:nvCxnSpPr>
        <p:spPr>
          <a:xfrm flipH="1">
            <a:off x="215945" y="3398948"/>
            <a:ext cx="4013155" cy="0"/>
          </a:xfrm>
          <a:prstGeom prst="line">
            <a:avLst/>
          </a:prstGeom>
          <a:ln>
            <a:solidFill>
              <a:srgbClr val="FEEED9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9" name="Rett linje 18">
            <a:extLst>
              <a:ext uri="{FF2B5EF4-FFF2-40B4-BE49-F238E27FC236}">
                <a16:creationId xmlns:a16="http://schemas.microsoft.com/office/drawing/2014/main" id="{B433C170-0DA3-0BB9-8364-524171F49D1B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206890" y="4462397"/>
            <a:ext cx="4059448" cy="628"/>
          </a:xfrm>
          <a:prstGeom prst="line">
            <a:avLst/>
          </a:prstGeom>
          <a:ln>
            <a:solidFill>
              <a:srgbClr val="EE706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2" name="Rett linje 21">
            <a:extLst>
              <a:ext uri="{FF2B5EF4-FFF2-40B4-BE49-F238E27FC236}">
                <a16:creationId xmlns:a16="http://schemas.microsoft.com/office/drawing/2014/main" id="{42E11C6D-D6A8-1DAC-3F77-D94E155605A0}"/>
              </a:ext>
            </a:extLst>
          </p:cNvPr>
          <p:cNvCxnSpPr/>
          <p:nvPr userDrawn="1"/>
        </p:nvCxnSpPr>
        <p:spPr>
          <a:xfrm>
            <a:off x="209488" y="5569590"/>
            <a:ext cx="4448237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Rett linje 22">
            <a:extLst>
              <a:ext uri="{FF2B5EF4-FFF2-40B4-BE49-F238E27FC236}">
                <a16:creationId xmlns:a16="http://schemas.microsoft.com/office/drawing/2014/main" id="{100A591A-8B0D-C76A-6A89-95C844015668}"/>
              </a:ext>
            </a:extLst>
          </p:cNvPr>
          <p:cNvCxnSpPr>
            <a:cxnSpLocks/>
          </p:cNvCxnSpPr>
          <p:nvPr userDrawn="1"/>
        </p:nvCxnSpPr>
        <p:spPr>
          <a:xfrm flipV="1">
            <a:off x="4657725" y="5267939"/>
            <a:ext cx="377506" cy="301651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Rett linje 28">
            <a:extLst>
              <a:ext uri="{FF2B5EF4-FFF2-40B4-BE49-F238E27FC236}">
                <a16:creationId xmlns:a16="http://schemas.microsoft.com/office/drawing/2014/main" id="{DBB34813-1184-0CAA-CC76-8B9938CD370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245220" y="5545102"/>
            <a:ext cx="322921" cy="1169351"/>
          </a:xfrm>
          <a:prstGeom prst="line">
            <a:avLst/>
          </a:prstGeom>
          <a:ln>
            <a:solidFill>
              <a:srgbClr val="41A97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tt linje 30">
            <a:extLst>
              <a:ext uri="{FF2B5EF4-FFF2-40B4-BE49-F238E27FC236}">
                <a16:creationId xmlns:a16="http://schemas.microsoft.com/office/drawing/2014/main" id="{43DBEC81-AF37-E553-01E7-FE7CC72B6345}"/>
              </a:ext>
            </a:extLst>
          </p:cNvPr>
          <p:cNvCxnSpPr>
            <a:cxnSpLocks/>
          </p:cNvCxnSpPr>
          <p:nvPr userDrawn="1"/>
        </p:nvCxnSpPr>
        <p:spPr>
          <a:xfrm>
            <a:off x="7573420" y="5571256"/>
            <a:ext cx="4448237" cy="0"/>
          </a:xfrm>
          <a:prstGeom prst="line">
            <a:avLst/>
          </a:prstGeom>
          <a:ln>
            <a:solidFill>
              <a:srgbClr val="7CCBB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tt linje 31">
            <a:extLst>
              <a:ext uri="{FF2B5EF4-FFF2-40B4-BE49-F238E27FC236}">
                <a16:creationId xmlns:a16="http://schemas.microsoft.com/office/drawing/2014/main" id="{B0755353-99DF-D1D5-BDEE-F4DD33DAD89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7198008" y="5283462"/>
            <a:ext cx="375412" cy="287794"/>
          </a:xfrm>
          <a:prstGeom prst="line">
            <a:avLst/>
          </a:prstGeom>
          <a:ln>
            <a:solidFill>
              <a:srgbClr val="7CCBB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Rett linje 36">
            <a:extLst>
              <a:ext uri="{FF2B5EF4-FFF2-40B4-BE49-F238E27FC236}">
                <a16:creationId xmlns:a16="http://schemas.microsoft.com/office/drawing/2014/main" id="{DF36AFCE-633F-C14B-1541-C98988415F84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7955725" y="4457437"/>
            <a:ext cx="4059448" cy="628"/>
          </a:xfrm>
          <a:prstGeom prst="line">
            <a:avLst/>
          </a:prstGeom>
          <a:ln>
            <a:solidFill>
              <a:srgbClr val="D1EDE4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8" name="Rett linje 37">
            <a:extLst>
              <a:ext uri="{FF2B5EF4-FFF2-40B4-BE49-F238E27FC236}">
                <a16:creationId xmlns:a16="http://schemas.microsoft.com/office/drawing/2014/main" id="{E819F593-434E-F95B-2DA8-1DFF9ACA4875}"/>
              </a:ext>
            </a:extLst>
          </p:cNvPr>
          <p:cNvCxnSpPr>
            <a:cxnSpLocks/>
          </p:cNvCxnSpPr>
          <p:nvPr userDrawn="1"/>
        </p:nvCxnSpPr>
        <p:spPr>
          <a:xfrm flipH="1">
            <a:off x="8000965" y="3413051"/>
            <a:ext cx="4013155" cy="0"/>
          </a:xfrm>
          <a:prstGeom prst="line">
            <a:avLst/>
          </a:prstGeom>
          <a:ln>
            <a:solidFill>
              <a:srgbClr val="436D83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9" name="Rett linje 38">
            <a:extLst>
              <a:ext uri="{FF2B5EF4-FFF2-40B4-BE49-F238E27FC236}">
                <a16:creationId xmlns:a16="http://schemas.microsoft.com/office/drawing/2014/main" id="{8BDD7C5F-0ABE-E782-DCEC-EFE122E6E7E7}"/>
              </a:ext>
            </a:extLst>
          </p:cNvPr>
          <p:cNvCxnSpPr>
            <a:cxnSpLocks/>
          </p:cNvCxnSpPr>
          <p:nvPr userDrawn="1"/>
        </p:nvCxnSpPr>
        <p:spPr>
          <a:xfrm flipH="1">
            <a:off x="7768792" y="2348374"/>
            <a:ext cx="4252865" cy="0"/>
          </a:xfrm>
          <a:prstGeom prst="line">
            <a:avLst/>
          </a:prstGeom>
          <a:ln>
            <a:solidFill>
              <a:srgbClr val="73ACC2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5" name="Rett linje 44">
            <a:extLst>
              <a:ext uri="{FF2B5EF4-FFF2-40B4-BE49-F238E27FC236}">
                <a16:creationId xmlns:a16="http://schemas.microsoft.com/office/drawing/2014/main" id="{6FDD7F52-6B38-FDB8-D745-9CC443BF51AB}"/>
              </a:ext>
            </a:extLst>
          </p:cNvPr>
          <p:cNvCxnSpPr>
            <a:cxnSpLocks/>
          </p:cNvCxnSpPr>
          <p:nvPr userDrawn="1"/>
        </p:nvCxnSpPr>
        <p:spPr>
          <a:xfrm flipH="1">
            <a:off x="6953561" y="1287135"/>
            <a:ext cx="5070430" cy="0"/>
          </a:xfrm>
          <a:prstGeom prst="line">
            <a:avLst/>
          </a:prstGeom>
          <a:ln>
            <a:solidFill>
              <a:srgbClr val="D8EBF4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6" name="Rett linje 45">
            <a:extLst>
              <a:ext uri="{FF2B5EF4-FFF2-40B4-BE49-F238E27FC236}">
                <a16:creationId xmlns:a16="http://schemas.microsoft.com/office/drawing/2014/main" id="{6B848DF5-1ECE-5B35-E975-F041469EBF16}"/>
              </a:ext>
            </a:extLst>
          </p:cNvPr>
          <p:cNvCxnSpPr>
            <a:cxnSpLocks/>
          </p:cNvCxnSpPr>
          <p:nvPr userDrawn="1"/>
        </p:nvCxnSpPr>
        <p:spPr>
          <a:xfrm flipH="1">
            <a:off x="6793894" y="1281138"/>
            <a:ext cx="138213" cy="115413"/>
          </a:xfrm>
          <a:prstGeom prst="line">
            <a:avLst/>
          </a:prstGeom>
          <a:ln>
            <a:solidFill>
              <a:srgbClr val="D8EBF4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9" name="Rett linje 48">
            <a:extLst>
              <a:ext uri="{FF2B5EF4-FFF2-40B4-BE49-F238E27FC236}">
                <a16:creationId xmlns:a16="http://schemas.microsoft.com/office/drawing/2014/main" id="{76B5DAEC-B554-DC1F-A198-4ACB2C999E55}"/>
              </a:ext>
            </a:extLst>
          </p:cNvPr>
          <p:cNvCxnSpPr>
            <a:cxnSpLocks/>
          </p:cNvCxnSpPr>
          <p:nvPr userDrawn="1"/>
        </p:nvCxnSpPr>
        <p:spPr>
          <a:xfrm flipV="1">
            <a:off x="5655616" y="5569587"/>
            <a:ext cx="267984" cy="114486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Grafikk 50">
            <a:extLst>
              <a:ext uri="{FF2B5EF4-FFF2-40B4-BE49-F238E27FC236}">
                <a16:creationId xmlns:a16="http://schemas.microsoft.com/office/drawing/2014/main" id="{0A6BC515-25CA-8B70-D38B-AFE473A3EA1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130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(tom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k 2">
            <a:extLst>
              <a:ext uri="{FF2B5EF4-FFF2-40B4-BE49-F238E27FC236}">
                <a16:creationId xmlns:a16="http://schemas.microsoft.com/office/drawing/2014/main" id="{6ACC3F8C-EE5E-7855-AD4C-65A3CEA030F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s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6">
            <a:extLst>
              <a:ext uri="{FF2B5EF4-FFF2-40B4-BE49-F238E27FC236}">
                <a16:creationId xmlns:a16="http://schemas.microsoft.com/office/drawing/2014/main" id="{F5DC08C8-4CBB-A4F4-1085-5A608C81C6F8}"/>
              </a:ext>
            </a:extLst>
          </p:cNvPr>
          <p:cNvSpPr>
            <a:spLocks/>
          </p:cNvSpPr>
          <p:nvPr userDrawn="1"/>
        </p:nvSpPr>
        <p:spPr bwMode="auto">
          <a:xfrm rot="17280944">
            <a:off x="4201335" y="804983"/>
            <a:ext cx="2443163" cy="2189163"/>
          </a:xfrm>
          <a:custGeom>
            <a:avLst/>
            <a:gdLst>
              <a:gd name="T0" fmla="*/ 0 w 3080"/>
              <a:gd name="T1" fmla="*/ 0 h 2758"/>
              <a:gd name="T2" fmla="*/ 133 w 3080"/>
              <a:gd name="T3" fmla="*/ 4 h 2758"/>
              <a:gd name="T4" fmla="*/ 261 w 3080"/>
              <a:gd name="T5" fmla="*/ 11 h 2758"/>
              <a:gd name="T6" fmla="*/ 390 w 3080"/>
              <a:gd name="T7" fmla="*/ 23 h 2758"/>
              <a:gd name="T8" fmla="*/ 518 w 3080"/>
              <a:gd name="T9" fmla="*/ 42 h 2758"/>
              <a:gd name="T10" fmla="*/ 643 w 3080"/>
              <a:gd name="T11" fmla="*/ 65 h 2758"/>
              <a:gd name="T12" fmla="*/ 768 w 3080"/>
              <a:gd name="T13" fmla="*/ 92 h 2758"/>
              <a:gd name="T14" fmla="*/ 891 w 3080"/>
              <a:gd name="T15" fmla="*/ 125 h 2758"/>
              <a:gd name="T16" fmla="*/ 1012 w 3080"/>
              <a:gd name="T17" fmla="*/ 161 h 2758"/>
              <a:gd name="T18" fmla="*/ 1131 w 3080"/>
              <a:gd name="T19" fmla="*/ 203 h 2758"/>
              <a:gd name="T20" fmla="*/ 1250 w 3080"/>
              <a:gd name="T21" fmla="*/ 249 h 2758"/>
              <a:gd name="T22" fmla="*/ 1363 w 3080"/>
              <a:gd name="T23" fmla="*/ 301 h 2758"/>
              <a:gd name="T24" fmla="*/ 1477 w 3080"/>
              <a:gd name="T25" fmla="*/ 357 h 2758"/>
              <a:gd name="T26" fmla="*/ 1588 w 3080"/>
              <a:gd name="T27" fmla="*/ 417 h 2758"/>
              <a:gd name="T28" fmla="*/ 1696 w 3080"/>
              <a:gd name="T29" fmla="*/ 480 h 2758"/>
              <a:gd name="T30" fmla="*/ 1801 w 3080"/>
              <a:gd name="T31" fmla="*/ 547 h 2758"/>
              <a:gd name="T32" fmla="*/ 1903 w 3080"/>
              <a:gd name="T33" fmla="*/ 618 h 2758"/>
              <a:gd name="T34" fmla="*/ 2003 w 3080"/>
              <a:gd name="T35" fmla="*/ 693 h 2758"/>
              <a:gd name="T36" fmla="*/ 2101 w 3080"/>
              <a:gd name="T37" fmla="*/ 774 h 2758"/>
              <a:gd name="T38" fmla="*/ 2195 w 3080"/>
              <a:gd name="T39" fmla="*/ 856 h 2758"/>
              <a:gd name="T40" fmla="*/ 2285 w 3080"/>
              <a:gd name="T41" fmla="*/ 943 h 2758"/>
              <a:gd name="T42" fmla="*/ 2371 w 3080"/>
              <a:gd name="T43" fmla="*/ 1033 h 2758"/>
              <a:gd name="T44" fmla="*/ 2456 w 3080"/>
              <a:gd name="T45" fmla="*/ 1127 h 2758"/>
              <a:gd name="T46" fmla="*/ 2537 w 3080"/>
              <a:gd name="T47" fmla="*/ 1225 h 2758"/>
              <a:gd name="T48" fmla="*/ 2613 w 3080"/>
              <a:gd name="T49" fmla="*/ 1325 h 2758"/>
              <a:gd name="T50" fmla="*/ 2686 w 3080"/>
              <a:gd name="T51" fmla="*/ 1429 h 2758"/>
              <a:gd name="T52" fmla="*/ 2755 w 3080"/>
              <a:gd name="T53" fmla="*/ 1536 h 2758"/>
              <a:gd name="T54" fmla="*/ 2821 w 3080"/>
              <a:gd name="T55" fmla="*/ 1646 h 2758"/>
              <a:gd name="T56" fmla="*/ 2880 w 3080"/>
              <a:gd name="T57" fmla="*/ 1759 h 2758"/>
              <a:gd name="T58" fmla="*/ 2938 w 3080"/>
              <a:gd name="T59" fmla="*/ 1874 h 2758"/>
              <a:gd name="T60" fmla="*/ 2990 w 3080"/>
              <a:gd name="T61" fmla="*/ 1993 h 2758"/>
              <a:gd name="T62" fmla="*/ 3038 w 3080"/>
              <a:gd name="T63" fmla="*/ 2114 h 2758"/>
              <a:gd name="T64" fmla="*/ 3080 w 3080"/>
              <a:gd name="T65" fmla="*/ 2237 h 2758"/>
              <a:gd name="T66" fmla="*/ 1479 w 3080"/>
              <a:gd name="T67" fmla="*/ 2758 h 2758"/>
              <a:gd name="T68" fmla="*/ 1457 w 3080"/>
              <a:gd name="T69" fmla="*/ 2698 h 2758"/>
              <a:gd name="T70" fmla="*/ 1436 w 3080"/>
              <a:gd name="T71" fmla="*/ 2641 h 2758"/>
              <a:gd name="T72" fmla="*/ 1411 w 3080"/>
              <a:gd name="T73" fmla="*/ 2583 h 2758"/>
              <a:gd name="T74" fmla="*/ 1383 w 3080"/>
              <a:gd name="T75" fmla="*/ 2527 h 2758"/>
              <a:gd name="T76" fmla="*/ 1354 w 3080"/>
              <a:gd name="T77" fmla="*/ 2474 h 2758"/>
              <a:gd name="T78" fmla="*/ 1323 w 3080"/>
              <a:gd name="T79" fmla="*/ 2422 h 2758"/>
              <a:gd name="T80" fmla="*/ 1290 w 3080"/>
              <a:gd name="T81" fmla="*/ 2370 h 2758"/>
              <a:gd name="T82" fmla="*/ 1256 w 3080"/>
              <a:gd name="T83" fmla="*/ 2320 h 2758"/>
              <a:gd name="T84" fmla="*/ 1179 w 3080"/>
              <a:gd name="T85" fmla="*/ 2226 h 2758"/>
              <a:gd name="T86" fmla="*/ 1098 w 3080"/>
              <a:gd name="T87" fmla="*/ 2137 h 2758"/>
              <a:gd name="T88" fmla="*/ 1008 w 3080"/>
              <a:gd name="T89" fmla="*/ 2055 h 2758"/>
              <a:gd name="T90" fmla="*/ 914 w 3080"/>
              <a:gd name="T91" fmla="*/ 1980 h 2758"/>
              <a:gd name="T92" fmla="*/ 866 w 3080"/>
              <a:gd name="T93" fmla="*/ 1947 h 2758"/>
              <a:gd name="T94" fmla="*/ 814 w 3080"/>
              <a:gd name="T95" fmla="*/ 1915 h 2758"/>
              <a:gd name="T96" fmla="*/ 762 w 3080"/>
              <a:gd name="T97" fmla="*/ 1884 h 2758"/>
              <a:gd name="T98" fmla="*/ 710 w 3080"/>
              <a:gd name="T99" fmla="*/ 1855 h 2758"/>
              <a:gd name="T100" fmla="*/ 655 w 3080"/>
              <a:gd name="T101" fmla="*/ 1828 h 2758"/>
              <a:gd name="T102" fmla="*/ 601 w 3080"/>
              <a:gd name="T103" fmla="*/ 1803 h 2758"/>
              <a:gd name="T104" fmla="*/ 543 w 3080"/>
              <a:gd name="T105" fmla="*/ 1782 h 2758"/>
              <a:gd name="T106" fmla="*/ 486 w 3080"/>
              <a:gd name="T107" fmla="*/ 1761 h 2758"/>
              <a:gd name="T108" fmla="*/ 428 w 3080"/>
              <a:gd name="T109" fmla="*/ 1744 h 2758"/>
              <a:gd name="T110" fmla="*/ 369 w 3080"/>
              <a:gd name="T111" fmla="*/ 1728 h 2758"/>
              <a:gd name="T112" fmla="*/ 309 w 3080"/>
              <a:gd name="T113" fmla="*/ 1715 h 2758"/>
              <a:gd name="T114" fmla="*/ 250 w 3080"/>
              <a:gd name="T115" fmla="*/ 1703 h 2758"/>
              <a:gd name="T116" fmla="*/ 188 w 3080"/>
              <a:gd name="T117" fmla="*/ 1696 h 2758"/>
              <a:gd name="T118" fmla="*/ 127 w 3080"/>
              <a:gd name="T119" fmla="*/ 1690 h 2758"/>
              <a:gd name="T120" fmla="*/ 63 w 3080"/>
              <a:gd name="T121" fmla="*/ 1686 h 2758"/>
              <a:gd name="T122" fmla="*/ 0 w 3080"/>
              <a:gd name="T123" fmla="*/ 1684 h 2758"/>
              <a:gd name="T124" fmla="*/ 0 w 3080"/>
              <a:gd name="T125" fmla="*/ 0 h 27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080" h="2758">
                <a:moveTo>
                  <a:pt x="0" y="0"/>
                </a:moveTo>
                <a:lnTo>
                  <a:pt x="133" y="4"/>
                </a:lnTo>
                <a:lnTo>
                  <a:pt x="261" y="11"/>
                </a:lnTo>
                <a:lnTo>
                  <a:pt x="390" y="23"/>
                </a:lnTo>
                <a:lnTo>
                  <a:pt x="518" y="42"/>
                </a:lnTo>
                <a:lnTo>
                  <a:pt x="643" y="65"/>
                </a:lnTo>
                <a:lnTo>
                  <a:pt x="768" y="92"/>
                </a:lnTo>
                <a:lnTo>
                  <a:pt x="891" y="125"/>
                </a:lnTo>
                <a:lnTo>
                  <a:pt x="1012" y="161"/>
                </a:lnTo>
                <a:lnTo>
                  <a:pt x="1131" y="203"/>
                </a:lnTo>
                <a:lnTo>
                  <a:pt x="1250" y="249"/>
                </a:lnTo>
                <a:lnTo>
                  <a:pt x="1363" y="301"/>
                </a:lnTo>
                <a:lnTo>
                  <a:pt x="1477" y="357"/>
                </a:lnTo>
                <a:lnTo>
                  <a:pt x="1588" y="417"/>
                </a:lnTo>
                <a:lnTo>
                  <a:pt x="1696" y="480"/>
                </a:lnTo>
                <a:lnTo>
                  <a:pt x="1801" y="547"/>
                </a:lnTo>
                <a:lnTo>
                  <a:pt x="1903" y="618"/>
                </a:lnTo>
                <a:lnTo>
                  <a:pt x="2003" y="693"/>
                </a:lnTo>
                <a:lnTo>
                  <a:pt x="2101" y="774"/>
                </a:lnTo>
                <a:lnTo>
                  <a:pt x="2195" y="856"/>
                </a:lnTo>
                <a:lnTo>
                  <a:pt x="2285" y="943"/>
                </a:lnTo>
                <a:lnTo>
                  <a:pt x="2371" y="1033"/>
                </a:lnTo>
                <a:lnTo>
                  <a:pt x="2456" y="1127"/>
                </a:lnTo>
                <a:lnTo>
                  <a:pt x="2537" y="1225"/>
                </a:lnTo>
                <a:lnTo>
                  <a:pt x="2613" y="1325"/>
                </a:lnTo>
                <a:lnTo>
                  <a:pt x="2686" y="1429"/>
                </a:lnTo>
                <a:lnTo>
                  <a:pt x="2755" y="1536"/>
                </a:lnTo>
                <a:lnTo>
                  <a:pt x="2821" y="1646"/>
                </a:lnTo>
                <a:lnTo>
                  <a:pt x="2880" y="1759"/>
                </a:lnTo>
                <a:lnTo>
                  <a:pt x="2938" y="1874"/>
                </a:lnTo>
                <a:lnTo>
                  <a:pt x="2990" y="1993"/>
                </a:lnTo>
                <a:lnTo>
                  <a:pt x="3038" y="2114"/>
                </a:lnTo>
                <a:lnTo>
                  <a:pt x="3080" y="2237"/>
                </a:lnTo>
                <a:lnTo>
                  <a:pt x="1479" y="2758"/>
                </a:lnTo>
                <a:lnTo>
                  <a:pt x="1457" y="2698"/>
                </a:lnTo>
                <a:lnTo>
                  <a:pt x="1436" y="2641"/>
                </a:lnTo>
                <a:lnTo>
                  <a:pt x="1411" y="2583"/>
                </a:lnTo>
                <a:lnTo>
                  <a:pt x="1383" y="2527"/>
                </a:lnTo>
                <a:lnTo>
                  <a:pt x="1354" y="2474"/>
                </a:lnTo>
                <a:lnTo>
                  <a:pt x="1323" y="2422"/>
                </a:lnTo>
                <a:lnTo>
                  <a:pt x="1290" y="2370"/>
                </a:lnTo>
                <a:lnTo>
                  <a:pt x="1256" y="2320"/>
                </a:lnTo>
                <a:lnTo>
                  <a:pt x="1179" y="2226"/>
                </a:lnTo>
                <a:lnTo>
                  <a:pt x="1098" y="2137"/>
                </a:lnTo>
                <a:lnTo>
                  <a:pt x="1008" y="2055"/>
                </a:lnTo>
                <a:lnTo>
                  <a:pt x="914" y="1980"/>
                </a:lnTo>
                <a:lnTo>
                  <a:pt x="866" y="1947"/>
                </a:lnTo>
                <a:lnTo>
                  <a:pt x="814" y="1915"/>
                </a:lnTo>
                <a:lnTo>
                  <a:pt x="762" y="1884"/>
                </a:lnTo>
                <a:lnTo>
                  <a:pt x="710" y="1855"/>
                </a:lnTo>
                <a:lnTo>
                  <a:pt x="655" y="1828"/>
                </a:lnTo>
                <a:lnTo>
                  <a:pt x="601" y="1803"/>
                </a:lnTo>
                <a:lnTo>
                  <a:pt x="543" y="1782"/>
                </a:lnTo>
                <a:lnTo>
                  <a:pt x="486" y="1761"/>
                </a:lnTo>
                <a:lnTo>
                  <a:pt x="428" y="1744"/>
                </a:lnTo>
                <a:lnTo>
                  <a:pt x="369" y="1728"/>
                </a:lnTo>
                <a:lnTo>
                  <a:pt x="309" y="1715"/>
                </a:lnTo>
                <a:lnTo>
                  <a:pt x="250" y="1703"/>
                </a:lnTo>
                <a:lnTo>
                  <a:pt x="188" y="1696"/>
                </a:lnTo>
                <a:lnTo>
                  <a:pt x="127" y="1690"/>
                </a:lnTo>
                <a:lnTo>
                  <a:pt x="63" y="1686"/>
                </a:lnTo>
                <a:lnTo>
                  <a:pt x="0" y="1684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b-NO"/>
          </a:p>
        </p:txBody>
      </p:sp>
      <p:sp>
        <p:nvSpPr>
          <p:cNvPr id="3" name="Freeform 12">
            <a:extLst>
              <a:ext uri="{FF2B5EF4-FFF2-40B4-BE49-F238E27FC236}">
                <a16:creationId xmlns:a16="http://schemas.microsoft.com/office/drawing/2014/main" id="{29309FB4-206B-977F-6DD8-3E12EB899C1F}"/>
              </a:ext>
            </a:extLst>
          </p:cNvPr>
          <p:cNvSpPr>
            <a:spLocks/>
          </p:cNvSpPr>
          <p:nvPr userDrawn="1"/>
        </p:nvSpPr>
        <p:spPr bwMode="auto">
          <a:xfrm rot="17280944">
            <a:off x="5627785" y="3846812"/>
            <a:ext cx="1844675" cy="2873375"/>
          </a:xfrm>
          <a:custGeom>
            <a:avLst/>
            <a:gdLst>
              <a:gd name="T0" fmla="*/ 1231 w 2325"/>
              <a:gd name="T1" fmla="*/ 3542 h 3621"/>
              <a:gd name="T2" fmla="*/ 1033 w 2325"/>
              <a:gd name="T3" fmla="*/ 3373 h 3621"/>
              <a:gd name="T4" fmla="*/ 852 w 2325"/>
              <a:gd name="T5" fmla="*/ 3191 h 3621"/>
              <a:gd name="T6" fmla="*/ 687 w 2325"/>
              <a:gd name="T7" fmla="*/ 2997 h 3621"/>
              <a:gd name="T8" fmla="*/ 539 w 2325"/>
              <a:gd name="T9" fmla="*/ 2791 h 3621"/>
              <a:gd name="T10" fmla="*/ 409 w 2325"/>
              <a:gd name="T11" fmla="*/ 2576 h 3621"/>
              <a:gd name="T12" fmla="*/ 295 w 2325"/>
              <a:gd name="T13" fmla="*/ 2351 h 3621"/>
              <a:gd name="T14" fmla="*/ 199 w 2325"/>
              <a:gd name="T15" fmla="*/ 2121 h 3621"/>
              <a:gd name="T16" fmla="*/ 123 w 2325"/>
              <a:gd name="T17" fmla="*/ 1883 h 3621"/>
              <a:gd name="T18" fmla="*/ 63 w 2325"/>
              <a:gd name="T19" fmla="*/ 1639 h 3621"/>
              <a:gd name="T20" fmla="*/ 23 w 2325"/>
              <a:gd name="T21" fmla="*/ 1391 h 3621"/>
              <a:gd name="T22" fmla="*/ 4 w 2325"/>
              <a:gd name="T23" fmla="*/ 1139 h 3621"/>
              <a:gd name="T24" fmla="*/ 2 w 2325"/>
              <a:gd name="T25" fmla="*/ 886 h 3621"/>
              <a:gd name="T26" fmla="*/ 21 w 2325"/>
              <a:gd name="T27" fmla="*/ 632 h 3621"/>
              <a:gd name="T28" fmla="*/ 61 w 2325"/>
              <a:gd name="T29" fmla="*/ 379 h 3621"/>
              <a:gd name="T30" fmla="*/ 121 w 2325"/>
              <a:gd name="T31" fmla="*/ 125 h 3621"/>
              <a:gd name="T32" fmla="*/ 1760 w 2325"/>
              <a:gd name="T33" fmla="*/ 521 h 3621"/>
              <a:gd name="T34" fmla="*/ 1726 w 2325"/>
              <a:gd name="T35" fmla="*/ 642 h 3621"/>
              <a:gd name="T36" fmla="*/ 1701 w 2325"/>
              <a:gd name="T37" fmla="*/ 763 h 3621"/>
              <a:gd name="T38" fmla="*/ 1688 w 2325"/>
              <a:gd name="T39" fmla="*/ 886 h 3621"/>
              <a:gd name="T40" fmla="*/ 1684 w 2325"/>
              <a:gd name="T41" fmla="*/ 1007 h 3621"/>
              <a:gd name="T42" fmla="*/ 1689 w 2325"/>
              <a:gd name="T43" fmla="*/ 1128 h 3621"/>
              <a:gd name="T44" fmla="*/ 1703 w 2325"/>
              <a:gd name="T45" fmla="*/ 1247 h 3621"/>
              <a:gd name="T46" fmla="*/ 1728 w 2325"/>
              <a:gd name="T47" fmla="*/ 1366 h 3621"/>
              <a:gd name="T48" fmla="*/ 1760 w 2325"/>
              <a:gd name="T49" fmla="*/ 1481 h 3621"/>
              <a:gd name="T50" fmla="*/ 1801 w 2325"/>
              <a:gd name="T51" fmla="*/ 1595 h 3621"/>
              <a:gd name="T52" fmla="*/ 1851 w 2325"/>
              <a:gd name="T53" fmla="*/ 1704 h 3621"/>
              <a:gd name="T54" fmla="*/ 1910 w 2325"/>
              <a:gd name="T55" fmla="*/ 1810 h 3621"/>
              <a:gd name="T56" fmla="*/ 1977 w 2325"/>
              <a:gd name="T57" fmla="*/ 1910 h 3621"/>
              <a:gd name="T58" fmla="*/ 2052 w 2325"/>
              <a:gd name="T59" fmla="*/ 2006 h 3621"/>
              <a:gd name="T60" fmla="*/ 2135 w 2325"/>
              <a:gd name="T61" fmla="*/ 2096 h 3621"/>
              <a:gd name="T62" fmla="*/ 2225 w 2325"/>
              <a:gd name="T63" fmla="*/ 2180 h 3621"/>
              <a:gd name="T64" fmla="*/ 1334 w 2325"/>
              <a:gd name="T65" fmla="*/ 3621 h 36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325" h="3621">
                <a:moveTo>
                  <a:pt x="1334" y="3621"/>
                </a:moveTo>
                <a:lnTo>
                  <a:pt x="1231" y="3542"/>
                </a:lnTo>
                <a:lnTo>
                  <a:pt x="1129" y="3460"/>
                </a:lnTo>
                <a:lnTo>
                  <a:pt x="1033" y="3373"/>
                </a:lnTo>
                <a:lnTo>
                  <a:pt x="941" y="3283"/>
                </a:lnTo>
                <a:lnTo>
                  <a:pt x="852" y="3191"/>
                </a:lnTo>
                <a:lnTo>
                  <a:pt x="768" y="3095"/>
                </a:lnTo>
                <a:lnTo>
                  <a:pt x="687" y="2997"/>
                </a:lnTo>
                <a:lnTo>
                  <a:pt x="610" y="2895"/>
                </a:lnTo>
                <a:lnTo>
                  <a:pt x="539" y="2791"/>
                </a:lnTo>
                <a:lnTo>
                  <a:pt x="472" y="2685"/>
                </a:lnTo>
                <a:lnTo>
                  <a:pt x="409" y="2576"/>
                </a:lnTo>
                <a:lnTo>
                  <a:pt x="349" y="2465"/>
                </a:lnTo>
                <a:lnTo>
                  <a:pt x="295" y="2351"/>
                </a:lnTo>
                <a:lnTo>
                  <a:pt x="245" y="2238"/>
                </a:lnTo>
                <a:lnTo>
                  <a:pt x="199" y="2121"/>
                </a:lnTo>
                <a:lnTo>
                  <a:pt x="159" y="2002"/>
                </a:lnTo>
                <a:lnTo>
                  <a:pt x="123" y="1883"/>
                </a:lnTo>
                <a:lnTo>
                  <a:pt x="90" y="1762"/>
                </a:lnTo>
                <a:lnTo>
                  <a:pt x="63" y="1639"/>
                </a:lnTo>
                <a:lnTo>
                  <a:pt x="40" y="1516"/>
                </a:lnTo>
                <a:lnTo>
                  <a:pt x="23" y="1391"/>
                </a:lnTo>
                <a:lnTo>
                  <a:pt x="11" y="1266"/>
                </a:lnTo>
                <a:lnTo>
                  <a:pt x="4" y="1139"/>
                </a:lnTo>
                <a:lnTo>
                  <a:pt x="0" y="1013"/>
                </a:lnTo>
                <a:lnTo>
                  <a:pt x="2" y="886"/>
                </a:lnTo>
                <a:lnTo>
                  <a:pt x="9" y="759"/>
                </a:lnTo>
                <a:lnTo>
                  <a:pt x="21" y="632"/>
                </a:lnTo>
                <a:lnTo>
                  <a:pt x="38" y="506"/>
                </a:lnTo>
                <a:lnTo>
                  <a:pt x="61" y="379"/>
                </a:lnTo>
                <a:lnTo>
                  <a:pt x="88" y="252"/>
                </a:lnTo>
                <a:lnTo>
                  <a:pt x="121" y="125"/>
                </a:lnTo>
                <a:lnTo>
                  <a:pt x="159" y="0"/>
                </a:lnTo>
                <a:lnTo>
                  <a:pt x="1760" y="521"/>
                </a:lnTo>
                <a:lnTo>
                  <a:pt x="1741" y="580"/>
                </a:lnTo>
                <a:lnTo>
                  <a:pt x="1726" y="642"/>
                </a:lnTo>
                <a:lnTo>
                  <a:pt x="1712" y="701"/>
                </a:lnTo>
                <a:lnTo>
                  <a:pt x="1701" y="763"/>
                </a:lnTo>
                <a:lnTo>
                  <a:pt x="1693" y="824"/>
                </a:lnTo>
                <a:lnTo>
                  <a:pt x="1688" y="886"/>
                </a:lnTo>
                <a:lnTo>
                  <a:pt x="1684" y="945"/>
                </a:lnTo>
                <a:lnTo>
                  <a:pt x="1684" y="1007"/>
                </a:lnTo>
                <a:lnTo>
                  <a:pt x="1686" y="1068"/>
                </a:lnTo>
                <a:lnTo>
                  <a:pt x="1689" y="1128"/>
                </a:lnTo>
                <a:lnTo>
                  <a:pt x="1695" y="1187"/>
                </a:lnTo>
                <a:lnTo>
                  <a:pt x="1703" y="1247"/>
                </a:lnTo>
                <a:lnTo>
                  <a:pt x="1714" y="1306"/>
                </a:lnTo>
                <a:lnTo>
                  <a:pt x="1728" y="1366"/>
                </a:lnTo>
                <a:lnTo>
                  <a:pt x="1741" y="1424"/>
                </a:lnTo>
                <a:lnTo>
                  <a:pt x="1760" y="1481"/>
                </a:lnTo>
                <a:lnTo>
                  <a:pt x="1780" y="1539"/>
                </a:lnTo>
                <a:lnTo>
                  <a:pt x="1801" y="1595"/>
                </a:lnTo>
                <a:lnTo>
                  <a:pt x="1826" y="1650"/>
                </a:lnTo>
                <a:lnTo>
                  <a:pt x="1851" y="1704"/>
                </a:lnTo>
                <a:lnTo>
                  <a:pt x="1880" y="1758"/>
                </a:lnTo>
                <a:lnTo>
                  <a:pt x="1910" y="1810"/>
                </a:lnTo>
                <a:lnTo>
                  <a:pt x="1943" y="1860"/>
                </a:lnTo>
                <a:lnTo>
                  <a:pt x="1977" y="1910"/>
                </a:lnTo>
                <a:lnTo>
                  <a:pt x="2014" y="1959"/>
                </a:lnTo>
                <a:lnTo>
                  <a:pt x="2052" y="2006"/>
                </a:lnTo>
                <a:lnTo>
                  <a:pt x="2093" y="2052"/>
                </a:lnTo>
                <a:lnTo>
                  <a:pt x="2135" y="2096"/>
                </a:lnTo>
                <a:lnTo>
                  <a:pt x="2179" y="2140"/>
                </a:lnTo>
                <a:lnTo>
                  <a:pt x="2225" y="2180"/>
                </a:lnTo>
                <a:lnTo>
                  <a:pt x="2325" y="2259"/>
                </a:lnTo>
                <a:lnTo>
                  <a:pt x="1334" y="3621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b-NO"/>
          </a:p>
        </p:txBody>
      </p:sp>
      <p:grpSp>
        <p:nvGrpSpPr>
          <p:cNvPr id="4" name="Gruppe 3">
            <a:extLst>
              <a:ext uri="{FF2B5EF4-FFF2-40B4-BE49-F238E27FC236}">
                <a16:creationId xmlns:a16="http://schemas.microsoft.com/office/drawing/2014/main" id="{2556A171-2A23-4F47-5FE9-6A2745EB53F4}"/>
              </a:ext>
            </a:extLst>
          </p:cNvPr>
          <p:cNvGrpSpPr/>
          <p:nvPr userDrawn="1"/>
        </p:nvGrpSpPr>
        <p:grpSpPr>
          <a:xfrm>
            <a:off x="2068043" y="550915"/>
            <a:ext cx="5408112" cy="2243818"/>
            <a:chOff x="1789547" y="318536"/>
            <a:chExt cx="5408112" cy="2243818"/>
          </a:xfrm>
        </p:grpSpPr>
        <p:sp>
          <p:nvSpPr>
            <p:cNvPr id="5" name="Rektangel 4">
              <a:extLst>
                <a:ext uri="{FF2B5EF4-FFF2-40B4-BE49-F238E27FC236}">
                  <a16:creationId xmlns:a16="http://schemas.microsoft.com/office/drawing/2014/main" id="{ABFC4C42-7355-F3C5-E12E-E6BCF0BB8C3A}"/>
                </a:ext>
              </a:extLst>
            </p:cNvPr>
            <p:cNvSpPr/>
            <p:nvPr/>
          </p:nvSpPr>
          <p:spPr>
            <a:xfrm>
              <a:off x="1789547" y="639675"/>
              <a:ext cx="4346793" cy="1339850"/>
            </a:xfrm>
            <a:prstGeom prst="rect">
              <a:avLst/>
            </a:prstGeom>
            <a:solidFill>
              <a:srgbClr val="EE70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b-NO"/>
            </a:p>
          </p:txBody>
        </p:sp>
        <p:sp>
          <p:nvSpPr>
            <p:cNvPr id="6" name="Frihåndsform: figur 5">
              <a:extLst>
                <a:ext uri="{FF2B5EF4-FFF2-40B4-BE49-F238E27FC236}">
                  <a16:creationId xmlns:a16="http://schemas.microsoft.com/office/drawing/2014/main" id="{4D7B939B-F09F-A604-0A08-7E38C942A4CA}"/>
                </a:ext>
              </a:extLst>
            </p:cNvPr>
            <p:cNvSpPr/>
            <p:nvPr/>
          </p:nvSpPr>
          <p:spPr>
            <a:xfrm rot="5400000">
              <a:off x="4393598" y="-241708"/>
              <a:ext cx="2243818" cy="3364305"/>
            </a:xfrm>
            <a:custGeom>
              <a:avLst/>
              <a:gdLst>
                <a:gd name="connsiteX0" fmla="*/ 0 w 2243818"/>
                <a:gd name="connsiteY0" fmla="*/ 1074936 h 3364305"/>
                <a:gd name="connsiteX1" fmla="*/ 990971 w 2243818"/>
                <a:gd name="connsiteY1" fmla="*/ 0 h 3364305"/>
                <a:gd name="connsiteX2" fmla="*/ 1981942 w 2243818"/>
                <a:gd name="connsiteY2" fmla="*/ 1074936 h 3364305"/>
                <a:gd name="connsiteX3" fmla="*/ 1667933 w 2243818"/>
                <a:gd name="connsiteY3" fmla="*/ 1074936 h 3364305"/>
                <a:gd name="connsiteX4" fmla="*/ 1667680 w 2243818"/>
                <a:gd name="connsiteY4" fmla="*/ 1112686 h 3364305"/>
                <a:gd name="connsiteX5" fmla="*/ 1670610 w 2243818"/>
                <a:gd name="connsiteY5" fmla="*/ 1162878 h 3364305"/>
                <a:gd name="connsiteX6" fmla="*/ 1675783 w 2243818"/>
                <a:gd name="connsiteY6" fmla="*/ 1211293 h 3364305"/>
                <a:gd name="connsiteX7" fmla="*/ 1682710 w 2243818"/>
                <a:gd name="connsiteY7" fmla="*/ 1259441 h 3364305"/>
                <a:gd name="connsiteX8" fmla="*/ 1692902 w 2243818"/>
                <a:gd name="connsiteY8" fmla="*/ 1307812 h 3364305"/>
                <a:gd name="connsiteX9" fmla="*/ 1703094 w 2243818"/>
                <a:gd name="connsiteY9" fmla="*/ 1356183 h 3364305"/>
                <a:gd name="connsiteX10" fmla="*/ 1715019 w 2243818"/>
                <a:gd name="connsiteY10" fmla="*/ 1401776 h 3364305"/>
                <a:gd name="connsiteX11" fmla="*/ 1729209 w 2243818"/>
                <a:gd name="connsiteY11" fmla="*/ 1448103 h 3364305"/>
                <a:gd name="connsiteX12" fmla="*/ 1762342 w 2243818"/>
                <a:gd name="connsiteY12" fmla="*/ 1538958 h 3364305"/>
                <a:gd name="connsiteX13" fmla="*/ 1802716 w 2243818"/>
                <a:gd name="connsiteY13" fmla="*/ 1625480 h 3364305"/>
                <a:gd name="connsiteX14" fmla="*/ 1850087 w 2243818"/>
                <a:gd name="connsiteY14" fmla="*/ 1708426 h 3364305"/>
                <a:gd name="connsiteX15" fmla="*/ 1904209 w 2243818"/>
                <a:gd name="connsiteY15" fmla="*/ 1788551 h 3364305"/>
                <a:gd name="connsiteX16" fmla="*/ 1932127 w 2243818"/>
                <a:gd name="connsiteY16" fmla="*/ 1825969 h 3364305"/>
                <a:gd name="connsiteX17" fmla="*/ 1963309 w 2243818"/>
                <a:gd name="connsiteY17" fmla="*/ 1863609 h 3364305"/>
                <a:gd name="connsiteX18" fmla="*/ 1994225 w 2243818"/>
                <a:gd name="connsiteY18" fmla="*/ 1899495 h 3364305"/>
                <a:gd name="connsiteX19" fmla="*/ 2026630 w 2243818"/>
                <a:gd name="connsiteY19" fmla="*/ 1933359 h 3364305"/>
                <a:gd name="connsiteX20" fmla="*/ 2061279 w 2243818"/>
                <a:gd name="connsiteY20" fmla="*/ 1965445 h 3364305"/>
                <a:gd name="connsiteX21" fmla="*/ 2097437 w 2243818"/>
                <a:gd name="connsiteY21" fmla="*/ 1998020 h 3364305"/>
                <a:gd name="connsiteX22" fmla="*/ 2134840 w 2243818"/>
                <a:gd name="connsiteY22" fmla="*/ 2029329 h 3364305"/>
                <a:gd name="connsiteX23" fmla="*/ 2172221 w 2243818"/>
                <a:gd name="connsiteY23" fmla="*/ 2058127 h 3364305"/>
                <a:gd name="connsiteX24" fmla="*/ 2213356 w 2243818"/>
                <a:gd name="connsiteY24" fmla="*/ 2085637 h 3364305"/>
                <a:gd name="connsiteX25" fmla="*/ 2243818 w 2243818"/>
                <a:gd name="connsiteY25" fmla="*/ 2106620 h 3364305"/>
                <a:gd name="connsiteX26" fmla="*/ 1295875 w 2243818"/>
                <a:gd name="connsiteY26" fmla="*/ 2543203 h 3364305"/>
                <a:gd name="connsiteX27" fmla="*/ 1758234 w 2243818"/>
                <a:gd name="connsiteY27" fmla="*/ 3364305 h 3364305"/>
                <a:gd name="connsiteX28" fmla="*/ 1728056 w 2243818"/>
                <a:gd name="connsiteY28" fmla="*/ 3349864 h 3364305"/>
                <a:gd name="connsiteX29" fmla="*/ 1638565 w 2243818"/>
                <a:gd name="connsiteY29" fmla="*/ 3301687 h 3364305"/>
                <a:gd name="connsiteX30" fmla="*/ 1551298 w 2243818"/>
                <a:gd name="connsiteY30" fmla="*/ 3249222 h 3364305"/>
                <a:gd name="connsiteX31" fmla="*/ 1466273 w 2243818"/>
                <a:gd name="connsiteY31" fmla="*/ 3194980 h 3364305"/>
                <a:gd name="connsiteX32" fmla="*/ 1383982 w 2243818"/>
                <a:gd name="connsiteY32" fmla="*/ 3137450 h 3364305"/>
                <a:gd name="connsiteX33" fmla="*/ 1304424 w 2243818"/>
                <a:gd name="connsiteY33" fmla="*/ 3076631 h 3364305"/>
                <a:gd name="connsiteX34" fmla="*/ 1227354 w 2243818"/>
                <a:gd name="connsiteY34" fmla="*/ 3013280 h 3364305"/>
                <a:gd name="connsiteX35" fmla="*/ 1152018 w 2243818"/>
                <a:gd name="connsiteY35" fmla="*/ 2947152 h 3364305"/>
                <a:gd name="connsiteX36" fmla="*/ 1080414 w 2243818"/>
                <a:gd name="connsiteY36" fmla="*/ 2877224 h 3364305"/>
                <a:gd name="connsiteX37" fmla="*/ 1012563 w 2243818"/>
                <a:gd name="connsiteY37" fmla="*/ 2806009 h 3364305"/>
                <a:gd name="connsiteX38" fmla="*/ 946691 w 2243818"/>
                <a:gd name="connsiteY38" fmla="*/ 2731260 h 3364305"/>
                <a:gd name="connsiteX39" fmla="*/ 883062 w 2243818"/>
                <a:gd name="connsiteY39" fmla="*/ 2654734 h 3364305"/>
                <a:gd name="connsiteX40" fmla="*/ 823165 w 2243818"/>
                <a:gd name="connsiteY40" fmla="*/ 2574409 h 3364305"/>
                <a:gd name="connsiteX41" fmla="*/ 766023 w 2243818"/>
                <a:gd name="connsiteY41" fmla="*/ 2493307 h 3364305"/>
                <a:gd name="connsiteX42" fmla="*/ 712879 w 2243818"/>
                <a:gd name="connsiteY42" fmla="*/ 2410161 h 3364305"/>
                <a:gd name="connsiteX43" fmla="*/ 662468 w 2243818"/>
                <a:gd name="connsiteY43" fmla="*/ 2323727 h 3364305"/>
                <a:gd name="connsiteX44" fmla="*/ 615565 w 2243818"/>
                <a:gd name="connsiteY44" fmla="*/ 2236759 h 3364305"/>
                <a:gd name="connsiteX45" fmla="*/ 570641 w 2243818"/>
                <a:gd name="connsiteY45" fmla="*/ 2146259 h 3364305"/>
                <a:gd name="connsiteX46" fmla="*/ 530225 w 2243818"/>
                <a:gd name="connsiteY46" fmla="*/ 2054715 h 3364305"/>
                <a:gd name="connsiteX47" fmla="*/ 494072 w 2243818"/>
                <a:gd name="connsiteY47" fmla="*/ 1962883 h 3364305"/>
                <a:gd name="connsiteX48" fmla="*/ 460897 w 2243818"/>
                <a:gd name="connsiteY48" fmla="*/ 1867007 h 3364305"/>
                <a:gd name="connsiteX49" fmla="*/ 430987 w 2243818"/>
                <a:gd name="connsiteY49" fmla="*/ 1771354 h 3364305"/>
                <a:gd name="connsiteX50" fmla="*/ 404830 w 2243818"/>
                <a:gd name="connsiteY50" fmla="*/ 1674412 h 3364305"/>
                <a:gd name="connsiteX51" fmla="*/ 382426 w 2243818"/>
                <a:gd name="connsiteY51" fmla="*/ 1576181 h 3364305"/>
                <a:gd name="connsiteX52" fmla="*/ 363510 w 2243818"/>
                <a:gd name="connsiteY52" fmla="*/ 1474907 h 3364305"/>
                <a:gd name="connsiteX53" fmla="*/ 350124 w 2243818"/>
                <a:gd name="connsiteY53" fmla="*/ 1374589 h 3364305"/>
                <a:gd name="connsiteX54" fmla="*/ 339980 w 2243818"/>
                <a:gd name="connsiteY54" fmla="*/ 1271983 h 3364305"/>
                <a:gd name="connsiteX55" fmla="*/ 333345 w 2243818"/>
                <a:gd name="connsiteY55" fmla="*/ 1168843 h 3364305"/>
                <a:gd name="connsiteX56" fmla="*/ 331661 w 2243818"/>
                <a:gd name="connsiteY56" fmla="*/ 1074936 h 3364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243818" h="3364305">
                  <a:moveTo>
                    <a:pt x="0" y="1074936"/>
                  </a:moveTo>
                  <a:lnTo>
                    <a:pt x="990971" y="0"/>
                  </a:lnTo>
                  <a:lnTo>
                    <a:pt x="1981942" y="1074936"/>
                  </a:lnTo>
                  <a:lnTo>
                    <a:pt x="1667933" y="1074936"/>
                  </a:lnTo>
                  <a:lnTo>
                    <a:pt x="1667680" y="1112686"/>
                  </a:lnTo>
                  <a:lnTo>
                    <a:pt x="1670610" y="1162878"/>
                  </a:lnTo>
                  <a:lnTo>
                    <a:pt x="1675783" y="1211293"/>
                  </a:lnTo>
                  <a:lnTo>
                    <a:pt x="1682710" y="1259441"/>
                  </a:lnTo>
                  <a:lnTo>
                    <a:pt x="1692902" y="1307812"/>
                  </a:lnTo>
                  <a:lnTo>
                    <a:pt x="1703094" y="1356183"/>
                  </a:lnTo>
                  <a:lnTo>
                    <a:pt x="1715019" y="1401776"/>
                  </a:lnTo>
                  <a:lnTo>
                    <a:pt x="1729209" y="1448103"/>
                  </a:lnTo>
                  <a:lnTo>
                    <a:pt x="1762342" y="1538958"/>
                  </a:lnTo>
                  <a:lnTo>
                    <a:pt x="1802716" y="1625480"/>
                  </a:lnTo>
                  <a:lnTo>
                    <a:pt x="1850087" y="1708426"/>
                  </a:lnTo>
                  <a:lnTo>
                    <a:pt x="1904209" y="1788551"/>
                  </a:lnTo>
                  <a:lnTo>
                    <a:pt x="1932127" y="1825969"/>
                  </a:lnTo>
                  <a:lnTo>
                    <a:pt x="1963309" y="1863609"/>
                  </a:lnTo>
                  <a:lnTo>
                    <a:pt x="1994225" y="1899495"/>
                  </a:lnTo>
                  <a:lnTo>
                    <a:pt x="2026630" y="1933359"/>
                  </a:lnTo>
                  <a:lnTo>
                    <a:pt x="2061279" y="1965445"/>
                  </a:lnTo>
                  <a:lnTo>
                    <a:pt x="2097437" y="1998020"/>
                  </a:lnTo>
                  <a:lnTo>
                    <a:pt x="2134840" y="2029329"/>
                  </a:lnTo>
                  <a:lnTo>
                    <a:pt x="2172221" y="2058127"/>
                  </a:lnTo>
                  <a:lnTo>
                    <a:pt x="2213356" y="2085637"/>
                  </a:lnTo>
                  <a:lnTo>
                    <a:pt x="2243818" y="2106620"/>
                  </a:lnTo>
                  <a:lnTo>
                    <a:pt x="1295875" y="2543203"/>
                  </a:lnTo>
                  <a:lnTo>
                    <a:pt x="1758234" y="3364305"/>
                  </a:lnTo>
                  <a:lnTo>
                    <a:pt x="1728056" y="3349864"/>
                  </a:lnTo>
                  <a:lnTo>
                    <a:pt x="1638565" y="3301687"/>
                  </a:lnTo>
                  <a:lnTo>
                    <a:pt x="1551298" y="3249222"/>
                  </a:lnTo>
                  <a:lnTo>
                    <a:pt x="1466273" y="3194980"/>
                  </a:lnTo>
                  <a:lnTo>
                    <a:pt x="1383982" y="3137450"/>
                  </a:lnTo>
                  <a:lnTo>
                    <a:pt x="1304424" y="3076631"/>
                  </a:lnTo>
                  <a:lnTo>
                    <a:pt x="1227354" y="3013280"/>
                  </a:lnTo>
                  <a:lnTo>
                    <a:pt x="1152018" y="2947152"/>
                  </a:lnTo>
                  <a:lnTo>
                    <a:pt x="1080414" y="2877224"/>
                  </a:lnTo>
                  <a:lnTo>
                    <a:pt x="1012563" y="2806009"/>
                  </a:lnTo>
                  <a:lnTo>
                    <a:pt x="946691" y="2731260"/>
                  </a:lnTo>
                  <a:lnTo>
                    <a:pt x="883062" y="2654734"/>
                  </a:lnTo>
                  <a:lnTo>
                    <a:pt x="823165" y="2574409"/>
                  </a:lnTo>
                  <a:lnTo>
                    <a:pt x="766023" y="2493307"/>
                  </a:lnTo>
                  <a:lnTo>
                    <a:pt x="712879" y="2410161"/>
                  </a:lnTo>
                  <a:lnTo>
                    <a:pt x="662468" y="2323727"/>
                  </a:lnTo>
                  <a:lnTo>
                    <a:pt x="615565" y="2236759"/>
                  </a:lnTo>
                  <a:lnTo>
                    <a:pt x="570641" y="2146259"/>
                  </a:lnTo>
                  <a:lnTo>
                    <a:pt x="530225" y="2054715"/>
                  </a:lnTo>
                  <a:lnTo>
                    <a:pt x="494072" y="1962883"/>
                  </a:lnTo>
                  <a:lnTo>
                    <a:pt x="460897" y="1867007"/>
                  </a:lnTo>
                  <a:lnTo>
                    <a:pt x="430987" y="1771354"/>
                  </a:lnTo>
                  <a:lnTo>
                    <a:pt x="404830" y="1674412"/>
                  </a:lnTo>
                  <a:lnTo>
                    <a:pt x="382426" y="1576181"/>
                  </a:lnTo>
                  <a:lnTo>
                    <a:pt x="363510" y="1474907"/>
                  </a:lnTo>
                  <a:lnTo>
                    <a:pt x="350124" y="1374589"/>
                  </a:lnTo>
                  <a:lnTo>
                    <a:pt x="339980" y="1271983"/>
                  </a:lnTo>
                  <a:lnTo>
                    <a:pt x="333345" y="1168843"/>
                  </a:lnTo>
                  <a:lnTo>
                    <a:pt x="331661" y="1074936"/>
                  </a:lnTo>
                  <a:close/>
                </a:path>
              </a:pathLst>
            </a:custGeom>
            <a:solidFill>
              <a:srgbClr val="EE70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b-NO"/>
            </a:p>
          </p:txBody>
        </p:sp>
      </p:grpSp>
      <p:sp>
        <p:nvSpPr>
          <p:cNvPr id="8" name="Frihåndsform: figur 7">
            <a:extLst>
              <a:ext uri="{FF2B5EF4-FFF2-40B4-BE49-F238E27FC236}">
                <a16:creationId xmlns:a16="http://schemas.microsoft.com/office/drawing/2014/main" id="{6E90B967-19ED-F386-E58C-808DB4C49512}"/>
              </a:ext>
            </a:extLst>
          </p:cNvPr>
          <p:cNvSpPr/>
          <p:nvPr userDrawn="1"/>
        </p:nvSpPr>
        <p:spPr>
          <a:xfrm rot="9718346">
            <a:off x="6783324" y="628087"/>
            <a:ext cx="2271618" cy="3365577"/>
          </a:xfrm>
          <a:custGeom>
            <a:avLst/>
            <a:gdLst>
              <a:gd name="connsiteX0" fmla="*/ 1776108 w 2271618"/>
              <a:gd name="connsiteY0" fmla="*/ 3365577 h 3365577"/>
              <a:gd name="connsiteX1" fmla="*/ 1745133 w 2271618"/>
              <a:gd name="connsiteY1" fmla="*/ 3350271 h 3365577"/>
              <a:gd name="connsiteX2" fmla="*/ 1656243 w 2271618"/>
              <a:gd name="connsiteY2" fmla="*/ 3302430 h 3365577"/>
              <a:gd name="connsiteX3" fmla="*/ 1569508 w 2271618"/>
              <a:gd name="connsiteY3" fmla="*/ 3250268 h 3365577"/>
              <a:gd name="connsiteX4" fmla="*/ 1484172 w 2271618"/>
              <a:gd name="connsiteY4" fmla="*/ 3196179 h 3365577"/>
              <a:gd name="connsiteX5" fmla="*/ 1401633 w 2271618"/>
              <a:gd name="connsiteY5" fmla="*/ 3138236 h 3365577"/>
              <a:gd name="connsiteX6" fmla="*/ 1321602 w 2271618"/>
              <a:gd name="connsiteY6" fmla="*/ 3078190 h 3365577"/>
              <a:gd name="connsiteX7" fmla="*/ 1245944 w 2271618"/>
              <a:gd name="connsiteY7" fmla="*/ 3013470 h 3365577"/>
              <a:gd name="connsiteX8" fmla="*/ 1170751 w 2271618"/>
              <a:gd name="connsiteY8" fmla="*/ 2948109 h 3365577"/>
              <a:gd name="connsiteX9" fmla="*/ 1098356 w 2271618"/>
              <a:gd name="connsiteY9" fmla="*/ 2878893 h 3365577"/>
              <a:gd name="connsiteX10" fmla="*/ 1029401 w 2271618"/>
              <a:gd name="connsiteY10" fmla="*/ 2806289 h 3365577"/>
              <a:gd name="connsiteX11" fmla="*/ 964239 w 2271618"/>
              <a:gd name="connsiteY11" fmla="*/ 2732515 h 3365577"/>
              <a:gd name="connsiteX12" fmla="*/ 901874 w 2271618"/>
              <a:gd name="connsiteY12" fmla="*/ 2654886 h 3365577"/>
              <a:gd name="connsiteX13" fmla="*/ 840908 w 2271618"/>
              <a:gd name="connsiteY13" fmla="*/ 2575330 h 3365577"/>
              <a:gd name="connsiteX14" fmla="*/ 784200 w 2271618"/>
              <a:gd name="connsiteY14" fmla="*/ 2493961 h 3365577"/>
              <a:gd name="connsiteX15" fmla="*/ 730466 w 2271618"/>
              <a:gd name="connsiteY15" fmla="*/ 2409847 h 3365577"/>
              <a:gd name="connsiteX16" fmla="*/ 679883 w 2271618"/>
              <a:gd name="connsiteY16" fmla="*/ 2324096 h 3365577"/>
              <a:gd name="connsiteX17" fmla="*/ 632449 w 2271618"/>
              <a:gd name="connsiteY17" fmla="*/ 2236708 h 3365577"/>
              <a:gd name="connsiteX18" fmla="*/ 587989 w 2271618"/>
              <a:gd name="connsiteY18" fmla="*/ 2146574 h 3365577"/>
              <a:gd name="connsiteX19" fmla="*/ 548607 w 2271618"/>
              <a:gd name="connsiteY19" fmla="*/ 2056203 h 3365577"/>
              <a:gd name="connsiteX20" fmla="*/ 510914 w 2271618"/>
              <a:gd name="connsiteY20" fmla="*/ 1962153 h 3365577"/>
              <a:gd name="connsiteX21" fmla="*/ 477832 w 2271618"/>
              <a:gd name="connsiteY21" fmla="*/ 1868508 h 3365577"/>
              <a:gd name="connsiteX22" fmla="*/ 448189 w 2271618"/>
              <a:gd name="connsiteY22" fmla="*/ 1771475 h 3365577"/>
              <a:gd name="connsiteX23" fmla="*/ 422516 w 2271618"/>
              <a:gd name="connsiteY23" fmla="*/ 1674380 h 3365577"/>
              <a:gd name="connsiteX24" fmla="*/ 400460 w 2271618"/>
              <a:gd name="connsiteY24" fmla="*/ 1575007 h 3365577"/>
              <a:gd name="connsiteX25" fmla="*/ 382373 w 2271618"/>
              <a:gd name="connsiteY25" fmla="*/ 1475571 h 3365577"/>
              <a:gd name="connsiteX26" fmla="*/ 367435 w 2271618"/>
              <a:gd name="connsiteY26" fmla="*/ 1374498 h 3365577"/>
              <a:gd name="connsiteX27" fmla="*/ 356289 w 2271618"/>
              <a:gd name="connsiteY27" fmla="*/ 1272255 h 3365577"/>
              <a:gd name="connsiteX28" fmla="*/ 351155 w 2271618"/>
              <a:gd name="connsiteY28" fmla="*/ 1168490 h 3365577"/>
              <a:gd name="connsiteX29" fmla="*/ 349102 w 2271618"/>
              <a:gd name="connsiteY29" fmla="*/ 1074936 h 3365577"/>
              <a:gd name="connsiteX30" fmla="*/ 0 w 2271618"/>
              <a:gd name="connsiteY30" fmla="*/ 1074936 h 3365577"/>
              <a:gd name="connsiteX31" fmla="*/ 990971 w 2271618"/>
              <a:gd name="connsiteY31" fmla="*/ 0 h 3365577"/>
              <a:gd name="connsiteX32" fmla="*/ 1981942 w 2271618"/>
              <a:gd name="connsiteY32" fmla="*/ 1074936 h 3365577"/>
              <a:gd name="connsiteX33" fmla="*/ 1685943 w 2271618"/>
              <a:gd name="connsiteY33" fmla="*/ 1074936 h 3365577"/>
              <a:gd name="connsiteX34" fmla="*/ 1689592 w 2271618"/>
              <a:gd name="connsiteY34" fmla="*/ 1164030 h 3365577"/>
              <a:gd name="connsiteX35" fmla="*/ 1693848 w 2271618"/>
              <a:gd name="connsiteY35" fmla="*/ 1212234 h 3365577"/>
              <a:gd name="connsiteX36" fmla="*/ 1702249 w 2271618"/>
              <a:gd name="connsiteY36" fmla="*/ 1261486 h 3365577"/>
              <a:gd name="connsiteX37" fmla="*/ 1710474 w 2271618"/>
              <a:gd name="connsiteY37" fmla="*/ 1309628 h 3365577"/>
              <a:gd name="connsiteX38" fmla="*/ 1721383 w 2271618"/>
              <a:gd name="connsiteY38" fmla="*/ 1356777 h 3365577"/>
              <a:gd name="connsiteX39" fmla="*/ 1734510 w 2271618"/>
              <a:gd name="connsiteY39" fmla="*/ 1403573 h 3365577"/>
              <a:gd name="connsiteX40" fmla="*/ 1748102 w 2271618"/>
              <a:gd name="connsiteY40" fmla="*/ 1449727 h 3365577"/>
              <a:gd name="connsiteX41" fmla="*/ 1764379 w 2271618"/>
              <a:gd name="connsiteY41" fmla="*/ 1494886 h 3365577"/>
              <a:gd name="connsiteX42" fmla="*/ 1781121 w 2271618"/>
              <a:gd name="connsiteY42" fmla="*/ 1539403 h 3365577"/>
              <a:gd name="connsiteX43" fmla="*/ 1800724 w 2271618"/>
              <a:gd name="connsiteY43" fmla="*/ 1584034 h 3365577"/>
              <a:gd name="connsiteX44" fmla="*/ 1820617 w 2271618"/>
              <a:gd name="connsiteY44" fmla="*/ 1626914 h 3365577"/>
              <a:gd name="connsiteX45" fmla="*/ 1844945 w 2271618"/>
              <a:gd name="connsiteY45" fmla="*/ 1669091 h 3365577"/>
              <a:gd name="connsiteX46" fmla="*/ 1867988 w 2271618"/>
              <a:gd name="connsiteY46" fmla="*/ 1710334 h 3365577"/>
              <a:gd name="connsiteX47" fmla="*/ 1894823 w 2271618"/>
              <a:gd name="connsiteY47" fmla="*/ 1750407 h 3365577"/>
              <a:gd name="connsiteX48" fmla="*/ 1921016 w 2271618"/>
              <a:gd name="connsiteY48" fmla="*/ 1790013 h 3365577"/>
              <a:gd name="connsiteX49" fmla="*/ 1950359 w 2271618"/>
              <a:gd name="connsiteY49" fmla="*/ 1827983 h 3365577"/>
              <a:gd name="connsiteX50" fmla="*/ 1979992 w 2271618"/>
              <a:gd name="connsiteY50" fmla="*/ 1864201 h 3365577"/>
              <a:gd name="connsiteX51" fmla="*/ 2012951 w 2271618"/>
              <a:gd name="connsiteY51" fmla="*/ 1899892 h 3365577"/>
              <a:gd name="connsiteX52" fmla="*/ 2045734 w 2271618"/>
              <a:gd name="connsiteY52" fmla="*/ 1934473 h 3365577"/>
              <a:gd name="connsiteX53" fmla="*/ 2080559 w 2271618"/>
              <a:gd name="connsiteY53" fmla="*/ 1967594 h 3365577"/>
              <a:gd name="connsiteX54" fmla="*/ 2115672 w 2271618"/>
              <a:gd name="connsiteY54" fmla="*/ 1998964 h 3365577"/>
              <a:gd name="connsiteX55" fmla="*/ 2153647 w 2271618"/>
              <a:gd name="connsiteY55" fmla="*/ 2030448 h 3365577"/>
              <a:gd name="connsiteX56" fmla="*/ 2190626 w 2271618"/>
              <a:gd name="connsiteY56" fmla="*/ 2059248 h 3365577"/>
              <a:gd name="connsiteX57" fmla="*/ 2230465 w 2271618"/>
              <a:gd name="connsiteY57" fmla="*/ 2088163 h 3365577"/>
              <a:gd name="connsiteX58" fmla="*/ 2271527 w 2271618"/>
              <a:gd name="connsiteY58" fmla="*/ 2114041 h 3365577"/>
              <a:gd name="connsiteX59" fmla="*/ 2271618 w 2271618"/>
              <a:gd name="connsiteY59" fmla="*/ 2114094 h 3365577"/>
              <a:gd name="connsiteX60" fmla="*/ 1319057 w 2271618"/>
              <a:gd name="connsiteY60" fmla="*/ 2551117 h 3365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271618" h="3365577">
                <a:moveTo>
                  <a:pt x="1776108" y="3365577"/>
                </a:moveTo>
                <a:lnTo>
                  <a:pt x="1745133" y="3350271"/>
                </a:lnTo>
                <a:lnTo>
                  <a:pt x="1656243" y="3302430"/>
                </a:lnTo>
                <a:lnTo>
                  <a:pt x="1569508" y="3250268"/>
                </a:lnTo>
                <a:lnTo>
                  <a:pt x="1484172" y="3196179"/>
                </a:lnTo>
                <a:lnTo>
                  <a:pt x="1401633" y="3138236"/>
                </a:lnTo>
                <a:lnTo>
                  <a:pt x="1321602" y="3078190"/>
                </a:lnTo>
                <a:lnTo>
                  <a:pt x="1245944" y="3013470"/>
                </a:lnTo>
                <a:lnTo>
                  <a:pt x="1170751" y="2948109"/>
                </a:lnTo>
                <a:lnTo>
                  <a:pt x="1098356" y="2878893"/>
                </a:lnTo>
                <a:lnTo>
                  <a:pt x="1029401" y="2806289"/>
                </a:lnTo>
                <a:lnTo>
                  <a:pt x="964239" y="2732515"/>
                </a:lnTo>
                <a:lnTo>
                  <a:pt x="901874" y="2654886"/>
                </a:lnTo>
                <a:lnTo>
                  <a:pt x="840908" y="2575330"/>
                </a:lnTo>
                <a:lnTo>
                  <a:pt x="784200" y="2493961"/>
                </a:lnTo>
                <a:lnTo>
                  <a:pt x="730466" y="2409847"/>
                </a:lnTo>
                <a:lnTo>
                  <a:pt x="679883" y="2324096"/>
                </a:lnTo>
                <a:lnTo>
                  <a:pt x="632449" y="2236708"/>
                </a:lnTo>
                <a:lnTo>
                  <a:pt x="587989" y="2146574"/>
                </a:lnTo>
                <a:lnTo>
                  <a:pt x="548607" y="2056203"/>
                </a:lnTo>
                <a:lnTo>
                  <a:pt x="510914" y="1962153"/>
                </a:lnTo>
                <a:lnTo>
                  <a:pt x="477832" y="1868508"/>
                </a:lnTo>
                <a:lnTo>
                  <a:pt x="448189" y="1771475"/>
                </a:lnTo>
                <a:lnTo>
                  <a:pt x="422516" y="1674380"/>
                </a:lnTo>
                <a:lnTo>
                  <a:pt x="400460" y="1575007"/>
                </a:lnTo>
                <a:lnTo>
                  <a:pt x="382373" y="1475571"/>
                </a:lnTo>
                <a:lnTo>
                  <a:pt x="367435" y="1374498"/>
                </a:lnTo>
                <a:lnTo>
                  <a:pt x="356289" y="1272255"/>
                </a:lnTo>
                <a:lnTo>
                  <a:pt x="351155" y="1168490"/>
                </a:lnTo>
                <a:lnTo>
                  <a:pt x="349102" y="1074936"/>
                </a:lnTo>
                <a:lnTo>
                  <a:pt x="0" y="1074936"/>
                </a:lnTo>
                <a:lnTo>
                  <a:pt x="990971" y="0"/>
                </a:lnTo>
                <a:lnTo>
                  <a:pt x="1981942" y="1074936"/>
                </a:lnTo>
                <a:lnTo>
                  <a:pt x="1685943" y="1074936"/>
                </a:lnTo>
                <a:lnTo>
                  <a:pt x="1689592" y="1164030"/>
                </a:lnTo>
                <a:lnTo>
                  <a:pt x="1693848" y="1212234"/>
                </a:lnTo>
                <a:lnTo>
                  <a:pt x="1702249" y="1261486"/>
                </a:lnTo>
                <a:lnTo>
                  <a:pt x="1710474" y="1309628"/>
                </a:lnTo>
                <a:lnTo>
                  <a:pt x="1721383" y="1356777"/>
                </a:lnTo>
                <a:lnTo>
                  <a:pt x="1734510" y="1403573"/>
                </a:lnTo>
                <a:lnTo>
                  <a:pt x="1748102" y="1449727"/>
                </a:lnTo>
                <a:lnTo>
                  <a:pt x="1764379" y="1494886"/>
                </a:lnTo>
                <a:lnTo>
                  <a:pt x="1781121" y="1539403"/>
                </a:lnTo>
                <a:lnTo>
                  <a:pt x="1800724" y="1584034"/>
                </a:lnTo>
                <a:lnTo>
                  <a:pt x="1820617" y="1626914"/>
                </a:lnTo>
                <a:lnTo>
                  <a:pt x="1844945" y="1669091"/>
                </a:lnTo>
                <a:lnTo>
                  <a:pt x="1867988" y="1710334"/>
                </a:lnTo>
                <a:lnTo>
                  <a:pt x="1894823" y="1750407"/>
                </a:lnTo>
                <a:lnTo>
                  <a:pt x="1921016" y="1790013"/>
                </a:lnTo>
                <a:lnTo>
                  <a:pt x="1950359" y="1827983"/>
                </a:lnTo>
                <a:lnTo>
                  <a:pt x="1979992" y="1864201"/>
                </a:lnTo>
                <a:lnTo>
                  <a:pt x="2012951" y="1899892"/>
                </a:lnTo>
                <a:lnTo>
                  <a:pt x="2045734" y="1934473"/>
                </a:lnTo>
                <a:lnTo>
                  <a:pt x="2080559" y="1967594"/>
                </a:lnTo>
                <a:lnTo>
                  <a:pt x="2115672" y="1998964"/>
                </a:lnTo>
                <a:lnTo>
                  <a:pt x="2153647" y="2030448"/>
                </a:lnTo>
                <a:lnTo>
                  <a:pt x="2190626" y="2059248"/>
                </a:lnTo>
                <a:lnTo>
                  <a:pt x="2230465" y="2088163"/>
                </a:lnTo>
                <a:lnTo>
                  <a:pt x="2271527" y="2114041"/>
                </a:lnTo>
                <a:lnTo>
                  <a:pt x="2271618" y="2114094"/>
                </a:lnTo>
                <a:lnTo>
                  <a:pt x="1319057" y="2551117"/>
                </a:lnTo>
                <a:close/>
              </a:path>
            </a:pathLst>
          </a:custGeom>
          <a:solidFill>
            <a:srgbClr val="F0ED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b-NO" dirty="0"/>
          </a:p>
        </p:txBody>
      </p:sp>
      <p:sp>
        <p:nvSpPr>
          <p:cNvPr id="9" name="Frihåndsform: figur 8">
            <a:extLst>
              <a:ext uri="{FF2B5EF4-FFF2-40B4-BE49-F238E27FC236}">
                <a16:creationId xmlns:a16="http://schemas.microsoft.com/office/drawing/2014/main" id="{D871C97F-ACFE-886B-CFDE-E6DAA0839496}"/>
              </a:ext>
            </a:extLst>
          </p:cNvPr>
          <p:cNvSpPr/>
          <p:nvPr userDrawn="1"/>
        </p:nvSpPr>
        <p:spPr>
          <a:xfrm rot="14025829">
            <a:off x="6824014" y="2836634"/>
            <a:ext cx="2250958" cy="3352775"/>
          </a:xfrm>
          <a:custGeom>
            <a:avLst/>
            <a:gdLst>
              <a:gd name="connsiteX0" fmla="*/ 1714468 w 2250958"/>
              <a:gd name="connsiteY0" fmla="*/ 3352775 h 3352775"/>
              <a:gd name="connsiteX1" fmla="*/ 1707003 w 2250958"/>
              <a:gd name="connsiteY1" fmla="*/ 3349226 h 3352775"/>
              <a:gd name="connsiteX2" fmla="*/ 1617671 w 2250958"/>
              <a:gd name="connsiteY2" fmla="*/ 3300089 h 3352775"/>
              <a:gd name="connsiteX3" fmla="*/ 1531095 w 2250958"/>
              <a:gd name="connsiteY3" fmla="*/ 3247985 h 3352775"/>
              <a:gd name="connsiteX4" fmla="*/ 1446165 w 2250958"/>
              <a:gd name="connsiteY4" fmla="*/ 3192733 h 3352775"/>
              <a:gd name="connsiteX5" fmla="*/ 1364454 w 2250958"/>
              <a:gd name="connsiteY5" fmla="*/ 3135158 h 3352775"/>
              <a:gd name="connsiteX6" fmla="*/ 1285034 w 2250958"/>
              <a:gd name="connsiteY6" fmla="*/ 3073970 h 3352775"/>
              <a:gd name="connsiteX7" fmla="*/ 1207904 w 2250958"/>
              <a:gd name="connsiteY7" fmla="*/ 3009171 h 3352775"/>
              <a:gd name="connsiteX8" fmla="*/ 1133349 w 2250958"/>
              <a:gd name="connsiteY8" fmla="*/ 2942514 h 3352775"/>
              <a:gd name="connsiteX9" fmla="*/ 1061371 w 2250958"/>
              <a:gd name="connsiteY9" fmla="*/ 2873997 h 3352775"/>
              <a:gd name="connsiteX10" fmla="*/ 993614 w 2250958"/>
              <a:gd name="connsiteY10" fmla="*/ 2800474 h 3352775"/>
              <a:gd name="connsiteX11" fmla="*/ 926966 w 2250958"/>
              <a:gd name="connsiteY11" fmla="*/ 2727129 h 3352775"/>
              <a:gd name="connsiteX12" fmla="*/ 865005 w 2250958"/>
              <a:gd name="connsiteY12" fmla="*/ 2649424 h 3352775"/>
              <a:gd name="connsiteX13" fmla="*/ 804976 w 2250958"/>
              <a:gd name="connsiteY13" fmla="*/ 2570323 h 3352775"/>
              <a:gd name="connsiteX14" fmla="*/ 747881 w 2250958"/>
              <a:gd name="connsiteY14" fmla="*/ 2487146 h 3352775"/>
              <a:gd name="connsiteX15" fmla="*/ 693647 w 2250958"/>
              <a:gd name="connsiteY15" fmla="*/ 2403863 h 3352775"/>
              <a:gd name="connsiteX16" fmla="*/ 645029 w 2250958"/>
              <a:gd name="connsiteY16" fmla="*/ 2317506 h 3352775"/>
              <a:gd name="connsiteX17" fmla="*/ 597521 w 2250958"/>
              <a:gd name="connsiteY17" fmla="*/ 2231327 h 3352775"/>
              <a:gd name="connsiteX18" fmla="*/ 554234 w 2250958"/>
              <a:gd name="connsiteY18" fmla="*/ 2140143 h 3352775"/>
              <a:gd name="connsiteX19" fmla="*/ 514453 w 2250958"/>
              <a:gd name="connsiteY19" fmla="*/ 2048387 h 3352775"/>
              <a:gd name="connsiteX20" fmla="*/ 478177 w 2250958"/>
              <a:gd name="connsiteY20" fmla="*/ 1956060 h 3352775"/>
              <a:gd name="connsiteX21" fmla="*/ 445120 w 2250958"/>
              <a:gd name="connsiteY21" fmla="*/ 1861409 h 3352775"/>
              <a:gd name="connsiteX22" fmla="*/ 415284 w 2250958"/>
              <a:gd name="connsiteY22" fmla="*/ 1764435 h 3352775"/>
              <a:gd name="connsiteX23" fmla="*/ 389596 w 2250958"/>
              <a:gd name="connsiteY23" fmla="*/ 1666425 h 3352775"/>
              <a:gd name="connsiteX24" fmla="*/ 367414 w 2250958"/>
              <a:gd name="connsiteY24" fmla="*/ 1567843 h 3352775"/>
              <a:gd name="connsiteX25" fmla="*/ 348917 w 2250958"/>
              <a:gd name="connsiteY25" fmla="*/ 1467582 h 3352775"/>
              <a:gd name="connsiteX26" fmla="*/ 336321 w 2250958"/>
              <a:gd name="connsiteY26" fmla="*/ 1365999 h 3352775"/>
              <a:gd name="connsiteX27" fmla="*/ 326587 w 2250958"/>
              <a:gd name="connsiteY27" fmla="*/ 1264310 h 3352775"/>
              <a:gd name="connsiteX28" fmla="*/ 319894 w 2250958"/>
              <a:gd name="connsiteY28" fmla="*/ 1161405 h 3352775"/>
              <a:gd name="connsiteX29" fmla="*/ 318697 w 2250958"/>
              <a:gd name="connsiteY29" fmla="*/ 1074936 h 3352775"/>
              <a:gd name="connsiteX30" fmla="*/ 0 w 2250958"/>
              <a:gd name="connsiteY30" fmla="*/ 1074936 h 3352775"/>
              <a:gd name="connsiteX31" fmla="*/ 990971 w 2250958"/>
              <a:gd name="connsiteY31" fmla="*/ 0 h 3352775"/>
              <a:gd name="connsiteX32" fmla="*/ 1981942 w 2250958"/>
              <a:gd name="connsiteY32" fmla="*/ 1074936 h 3352775"/>
              <a:gd name="connsiteX33" fmla="*/ 1656094 w 2250958"/>
              <a:gd name="connsiteY33" fmla="*/ 1074936 h 3352775"/>
              <a:gd name="connsiteX34" fmla="*/ 1656808 w 2250958"/>
              <a:gd name="connsiteY34" fmla="*/ 1111254 h 3352775"/>
              <a:gd name="connsiteX35" fmla="*/ 1658438 w 2250958"/>
              <a:gd name="connsiteY35" fmla="*/ 1161006 h 3352775"/>
              <a:gd name="connsiteX36" fmla="*/ 1663109 w 2250958"/>
              <a:gd name="connsiteY36" fmla="*/ 1209544 h 3352775"/>
              <a:gd name="connsiteX37" fmla="*/ 1671107 w 2250958"/>
              <a:gd name="connsiteY37" fmla="*/ 1258619 h 3352775"/>
              <a:gd name="connsiteX38" fmla="*/ 1679748 w 2250958"/>
              <a:gd name="connsiteY38" fmla="*/ 1307230 h 3352775"/>
              <a:gd name="connsiteX39" fmla="*/ 1689212 w 2250958"/>
              <a:gd name="connsiteY39" fmla="*/ 1354267 h 3352775"/>
              <a:gd name="connsiteX40" fmla="*/ 1701717 w 2250958"/>
              <a:gd name="connsiteY40" fmla="*/ 1400088 h 3352775"/>
              <a:gd name="connsiteX41" fmla="*/ 1715795 w 2250958"/>
              <a:gd name="connsiteY41" fmla="*/ 1446734 h 3352775"/>
              <a:gd name="connsiteX42" fmla="*/ 1732270 w 2250958"/>
              <a:gd name="connsiteY42" fmla="*/ 1492628 h 3352775"/>
              <a:gd name="connsiteX43" fmla="*/ 1749568 w 2250958"/>
              <a:gd name="connsiteY43" fmla="*/ 1536949 h 3352775"/>
              <a:gd name="connsiteX44" fmla="*/ 1767975 w 2250958"/>
              <a:gd name="connsiteY44" fmla="*/ 1581450 h 3352775"/>
              <a:gd name="connsiteX45" fmla="*/ 1790066 w 2250958"/>
              <a:gd name="connsiteY45" fmla="*/ 1624270 h 3352775"/>
              <a:gd name="connsiteX46" fmla="*/ 1811049 w 2250958"/>
              <a:gd name="connsiteY46" fmla="*/ 1666911 h 3352775"/>
              <a:gd name="connsiteX47" fmla="*/ 1835072 w 2250958"/>
              <a:gd name="connsiteY47" fmla="*/ 1708337 h 3352775"/>
              <a:gd name="connsiteX48" fmla="*/ 1862315 w 2250958"/>
              <a:gd name="connsiteY48" fmla="*/ 1747439 h 3352775"/>
              <a:gd name="connsiteX49" fmla="*/ 1889378 w 2250958"/>
              <a:gd name="connsiteY49" fmla="*/ 1787650 h 3352775"/>
              <a:gd name="connsiteX50" fmla="*/ 1918553 w 2250958"/>
              <a:gd name="connsiteY50" fmla="*/ 1825358 h 3352775"/>
              <a:gd name="connsiteX51" fmla="*/ 1946619 w 2250958"/>
              <a:gd name="connsiteY51" fmla="*/ 1862887 h 3352775"/>
              <a:gd name="connsiteX52" fmla="*/ 1978369 w 2250958"/>
              <a:gd name="connsiteY52" fmla="*/ 1898736 h 3352775"/>
              <a:gd name="connsiteX53" fmla="*/ 2012231 w 2250958"/>
              <a:gd name="connsiteY53" fmla="*/ 1932082 h 3352775"/>
              <a:gd name="connsiteX54" fmla="*/ 2045913 w 2250958"/>
              <a:gd name="connsiteY54" fmla="*/ 1966536 h 3352775"/>
              <a:gd name="connsiteX55" fmla="*/ 2082350 w 2250958"/>
              <a:gd name="connsiteY55" fmla="*/ 1998023 h 3352775"/>
              <a:gd name="connsiteX56" fmla="*/ 2119896 w 2250958"/>
              <a:gd name="connsiteY56" fmla="*/ 2029689 h 3352775"/>
              <a:gd name="connsiteX57" fmla="*/ 2157336 w 2250958"/>
              <a:gd name="connsiteY57" fmla="*/ 2058493 h 3352775"/>
              <a:gd name="connsiteX58" fmla="*/ 2197172 w 2250958"/>
              <a:gd name="connsiteY58" fmla="*/ 2086547 h 3352775"/>
              <a:gd name="connsiteX59" fmla="*/ 2237652 w 2250958"/>
              <a:gd name="connsiteY59" fmla="*/ 2114137 h 3352775"/>
              <a:gd name="connsiteX60" fmla="*/ 2250958 w 2250958"/>
              <a:gd name="connsiteY60" fmla="*/ 2121738 h 3352775"/>
              <a:gd name="connsiteX61" fmla="*/ 1275867 w 2250958"/>
              <a:gd name="connsiteY61" fmla="*/ 2565372 h 3352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2250958" h="3352775">
                <a:moveTo>
                  <a:pt x="1714468" y="3352775"/>
                </a:moveTo>
                <a:lnTo>
                  <a:pt x="1707003" y="3349226"/>
                </a:lnTo>
                <a:lnTo>
                  <a:pt x="1617671" y="3300089"/>
                </a:lnTo>
                <a:lnTo>
                  <a:pt x="1531095" y="3247985"/>
                </a:lnTo>
                <a:lnTo>
                  <a:pt x="1446165" y="3192733"/>
                </a:lnTo>
                <a:lnTo>
                  <a:pt x="1364454" y="3135158"/>
                </a:lnTo>
                <a:lnTo>
                  <a:pt x="1285034" y="3073970"/>
                </a:lnTo>
                <a:lnTo>
                  <a:pt x="1207904" y="3009171"/>
                </a:lnTo>
                <a:lnTo>
                  <a:pt x="1133349" y="2942514"/>
                </a:lnTo>
                <a:lnTo>
                  <a:pt x="1061371" y="2873997"/>
                </a:lnTo>
                <a:lnTo>
                  <a:pt x="993614" y="2800474"/>
                </a:lnTo>
                <a:lnTo>
                  <a:pt x="926966" y="2727129"/>
                </a:lnTo>
                <a:lnTo>
                  <a:pt x="865005" y="2649424"/>
                </a:lnTo>
                <a:lnTo>
                  <a:pt x="804976" y="2570323"/>
                </a:lnTo>
                <a:lnTo>
                  <a:pt x="747881" y="2487146"/>
                </a:lnTo>
                <a:lnTo>
                  <a:pt x="693647" y="2403863"/>
                </a:lnTo>
                <a:lnTo>
                  <a:pt x="645029" y="2317506"/>
                </a:lnTo>
                <a:lnTo>
                  <a:pt x="597521" y="2231327"/>
                </a:lnTo>
                <a:lnTo>
                  <a:pt x="554234" y="2140143"/>
                </a:lnTo>
                <a:lnTo>
                  <a:pt x="514453" y="2048387"/>
                </a:lnTo>
                <a:lnTo>
                  <a:pt x="478177" y="1956060"/>
                </a:lnTo>
                <a:lnTo>
                  <a:pt x="445120" y="1861409"/>
                </a:lnTo>
                <a:lnTo>
                  <a:pt x="415284" y="1764435"/>
                </a:lnTo>
                <a:lnTo>
                  <a:pt x="389596" y="1666425"/>
                </a:lnTo>
                <a:lnTo>
                  <a:pt x="367414" y="1567843"/>
                </a:lnTo>
                <a:lnTo>
                  <a:pt x="348917" y="1467582"/>
                </a:lnTo>
                <a:lnTo>
                  <a:pt x="336321" y="1365999"/>
                </a:lnTo>
                <a:lnTo>
                  <a:pt x="326587" y="1264310"/>
                </a:lnTo>
                <a:lnTo>
                  <a:pt x="319894" y="1161405"/>
                </a:lnTo>
                <a:lnTo>
                  <a:pt x="318697" y="1074936"/>
                </a:lnTo>
                <a:lnTo>
                  <a:pt x="0" y="1074936"/>
                </a:lnTo>
                <a:lnTo>
                  <a:pt x="990971" y="0"/>
                </a:lnTo>
                <a:lnTo>
                  <a:pt x="1981942" y="1074936"/>
                </a:lnTo>
                <a:lnTo>
                  <a:pt x="1656094" y="1074936"/>
                </a:lnTo>
                <a:lnTo>
                  <a:pt x="1656808" y="1111254"/>
                </a:lnTo>
                <a:lnTo>
                  <a:pt x="1658438" y="1161006"/>
                </a:lnTo>
                <a:lnTo>
                  <a:pt x="1663109" y="1209544"/>
                </a:lnTo>
                <a:lnTo>
                  <a:pt x="1671107" y="1258619"/>
                </a:lnTo>
                <a:lnTo>
                  <a:pt x="1679748" y="1307230"/>
                </a:lnTo>
                <a:lnTo>
                  <a:pt x="1689212" y="1354267"/>
                </a:lnTo>
                <a:lnTo>
                  <a:pt x="1701717" y="1400088"/>
                </a:lnTo>
                <a:lnTo>
                  <a:pt x="1715795" y="1446734"/>
                </a:lnTo>
                <a:lnTo>
                  <a:pt x="1732270" y="1492628"/>
                </a:lnTo>
                <a:lnTo>
                  <a:pt x="1749568" y="1536949"/>
                </a:lnTo>
                <a:lnTo>
                  <a:pt x="1767975" y="1581450"/>
                </a:lnTo>
                <a:lnTo>
                  <a:pt x="1790066" y="1624270"/>
                </a:lnTo>
                <a:lnTo>
                  <a:pt x="1811049" y="1666911"/>
                </a:lnTo>
                <a:lnTo>
                  <a:pt x="1835072" y="1708337"/>
                </a:lnTo>
                <a:lnTo>
                  <a:pt x="1862315" y="1747439"/>
                </a:lnTo>
                <a:lnTo>
                  <a:pt x="1889378" y="1787650"/>
                </a:lnTo>
                <a:lnTo>
                  <a:pt x="1918553" y="1825358"/>
                </a:lnTo>
                <a:lnTo>
                  <a:pt x="1946619" y="1862887"/>
                </a:lnTo>
                <a:lnTo>
                  <a:pt x="1978369" y="1898736"/>
                </a:lnTo>
                <a:lnTo>
                  <a:pt x="2012231" y="1932082"/>
                </a:lnTo>
                <a:lnTo>
                  <a:pt x="2045913" y="1966536"/>
                </a:lnTo>
                <a:lnTo>
                  <a:pt x="2082350" y="1998023"/>
                </a:lnTo>
                <a:lnTo>
                  <a:pt x="2119896" y="2029689"/>
                </a:lnTo>
                <a:lnTo>
                  <a:pt x="2157336" y="2058493"/>
                </a:lnTo>
                <a:lnTo>
                  <a:pt x="2197172" y="2086547"/>
                </a:lnTo>
                <a:lnTo>
                  <a:pt x="2237652" y="2114137"/>
                </a:lnTo>
                <a:lnTo>
                  <a:pt x="2250958" y="2121738"/>
                </a:lnTo>
                <a:lnTo>
                  <a:pt x="1275867" y="2565372"/>
                </a:lnTo>
                <a:close/>
              </a:path>
            </a:pathLst>
          </a:custGeom>
          <a:solidFill>
            <a:srgbClr val="E0DD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b-NO" dirty="0"/>
          </a:p>
        </p:txBody>
      </p:sp>
      <p:sp>
        <p:nvSpPr>
          <p:cNvPr id="10" name="Frihåndsform: figur 9">
            <a:extLst>
              <a:ext uri="{FF2B5EF4-FFF2-40B4-BE49-F238E27FC236}">
                <a16:creationId xmlns:a16="http://schemas.microsoft.com/office/drawing/2014/main" id="{F2E1C126-18B4-4C51-6170-7F444650B0C9}"/>
              </a:ext>
            </a:extLst>
          </p:cNvPr>
          <p:cNvSpPr>
            <a:spLocks/>
          </p:cNvSpPr>
          <p:nvPr userDrawn="1"/>
        </p:nvSpPr>
        <p:spPr bwMode="auto">
          <a:xfrm rot="17276626">
            <a:off x="5029082" y="3487723"/>
            <a:ext cx="1885589" cy="3454636"/>
          </a:xfrm>
          <a:custGeom>
            <a:avLst/>
            <a:gdLst>
              <a:gd name="connsiteX0" fmla="*/ 1885589 w 1885589"/>
              <a:gd name="connsiteY0" fmla="*/ 1327902 h 3454636"/>
              <a:gd name="connsiteX1" fmla="*/ 1581646 w 1885589"/>
              <a:gd name="connsiteY1" fmla="*/ 1229503 h 3454636"/>
              <a:gd name="connsiteX2" fmla="*/ 1568187 w 1885589"/>
              <a:gd name="connsiteY2" fmla="*/ 1271308 h 3454636"/>
              <a:gd name="connsiteX3" fmla="*/ 1556281 w 1885589"/>
              <a:gd name="connsiteY3" fmla="*/ 1318946 h 3454636"/>
              <a:gd name="connsiteX4" fmla="*/ 1545168 w 1885589"/>
              <a:gd name="connsiteY4" fmla="*/ 1367378 h 3454636"/>
              <a:gd name="connsiteX5" fmla="*/ 1538024 w 1885589"/>
              <a:gd name="connsiteY5" fmla="*/ 1416605 h 3454636"/>
              <a:gd name="connsiteX6" fmla="*/ 1531675 w 1885589"/>
              <a:gd name="connsiteY6" fmla="*/ 1463449 h 3454636"/>
              <a:gd name="connsiteX7" fmla="*/ 1526912 w 1885589"/>
              <a:gd name="connsiteY7" fmla="*/ 1512675 h 3454636"/>
              <a:gd name="connsiteX8" fmla="*/ 1523737 w 1885589"/>
              <a:gd name="connsiteY8" fmla="*/ 1561107 h 3454636"/>
              <a:gd name="connsiteX9" fmla="*/ 1522149 w 1885589"/>
              <a:gd name="connsiteY9" fmla="*/ 1610333 h 3454636"/>
              <a:gd name="connsiteX10" fmla="*/ 1523737 w 1885589"/>
              <a:gd name="connsiteY10" fmla="*/ 1657177 h 3454636"/>
              <a:gd name="connsiteX11" fmla="*/ 1526912 w 1885589"/>
              <a:gd name="connsiteY11" fmla="*/ 1706404 h 3454636"/>
              <a:gd name="connsiteX12" fmla="*/ 1531674 w 1885589"/>
              <a:gd name="connsiteY12" fmla="*/ 1753247 h 3454636"/>
              <a:gd name="connsiteX13" fmla="*/ 1539612 w 1885589"/>
              <a:gd name="connsiteY13" fmla="*/ 1800886 h 3454636"/>
              <a:gd name="connsiteX14" fmla="*/ 1546756 w 1885589"/>
              <a:gd name="connsiteY14" fmla="*/ 1847730 h 3454636"/>
              <a:gd name="connsiteX15" fmla="*/ 1557868 w 1885589"/>
              <a:gd name="connsiteY15" fmla="*/ 1895368 h 3454636"/>
              <a:gd name="connsiteX16" fmla="*/ 1569774 w 1885589"/>
              <a:gd name="connsiteY16" fmla="*/ 1940625 h 3454636"/>
              <a:gd name="connsiteX17" fmla="*/ 1583268 w 1885589"/>
              <a:gd name="connsiteY17" fmla="*/ 1986675 h 3454636"/>
              <a:gd name="connsiteX18" fmla="*/ 1598349 w 1885589"/>
              <a:gd name="connsiteY18" fmla="*/ 2031137 h 3454636"/>
              <a:gd name="connsiteX19" fmla="*/ 1616606 w 1885589"/>
              <a:gd name="connsiteY19" fmla="*/ 2076393 h 3454636"/>
              <a:gd name="connsiteX20" fmla="*/ 1635656 w 1885589"/>
              <a:gd name="connsiteY20" fmla="*/ 2119267 h 3454636"/>
              <a:gd name="connsiteX21" fmla="*/ 1656293 w 1885589"/>
              <a:gd name="connsiteY21" fmla="*/ 2162142 h 3454636"/>
              <a:gd name="connsiteX22" fmla="*/ 1677725 w 1885589"/>
              <a:gd name="connsiteY22" fmla="*/ 2205016 h 3454636"/>
              <a:gd name="connsiteX23" fmla="*/ 1702331 w 1885589"/>
              <a:gd name="connsiteY23" fmla="*/ 2245508 h 3454636"/>
              <a:gd name="connsiteX24" fmla="*/ 1728524 w 1885589"/>
              <a:gd name="connsiteY24" fmla="*/ 2286795 h 3454636"/>
              <a:gd name="connsiteX25" fmla="*/ 1755512 w 1885589"/>
              <a:gd name="connsiteY25" fmla="*/ 2326493 h 3454636"/>
              <a:gd name="connsiteX26" fmla="*/ 1784881 w 1885589"/>
              <a:gd name="connsiteY26" fmla="*/ 2364604 h 3454636"/>
              <a:gd name="connsiteX27" fmla="*/ 1810395 w 1885589"/>
              <a:gd name="connsiteY27" fmla="*/ 2396840 h 3454636"/>
              <a:gd name="connsiteX28" fmla="*/ 781905 w 1885589"/>
              <a:gd name="connsiteY28" fmla="*/ 2520437 h 3454636"/>
              <a:gd name="connsiteX29" fmla="*/ 972095 w 1885589"/>
              <a:gd name="connsiteY29" fmla="*/ 3454636 h 3454636"/>
              <a:gd name="connsiteX30" fmla="*/ 932393 w 1885589"/>
              <a:gd name="connsiteY30" fmla="*/ 3416613 h 3454636"/>
              <a:gd name="connsiteX31" fmla="*/ 862543 w 1885589"/>
              <a:gd name="connsiteY31" fmla="*/ 3343569 h 3454636"/>
              <a:gd name="connsiteX32" fmla="*/ 795074 w 1885589"/>
              <a:gd name="connsiteY32" fmla="*/ 3267347 h 3454636"/>
              <a:gd name="connsiteX33" fmla="*/ 731574 w 1885589"/>
              <a:gd name="connsiteY33" fmla="*/ 3187950 h 3454636"/>
              <a:gd name="connsiteX34" fmla="*/ 672043 w 1885589"/>
              <a:gd name="connsiteY34" fmla="*/ 3108553 h 3454636"/>
              <a:gd name="connsiteX35" fmla="*/ 614099 w 1885589"/>
              <a:gd name="connsiteY35" fmla="*/ 3026774 h 3454636"/>
              <a:gd name="connsiteX36" fmla="*/ 560918 w 1885589"/>
              <a:gd name="connsiteY36" fmla="*/ 2941026 h 3454636"/>
              <a:gd name="connsiteX37" fmla="*/ 510118 w 1885589"/>
              <a:gd name="connsiteY37" fmla="*/ 2856071 h 3454636"/>
              <a:gd name="connsiteX38" fmla="*/ 464874 w 1885589"/>
              <a:gd name="connsiteY38" fmla="*/ 2767147 h 3454636"/>
              <a:gd name="connsiteX39" fmla="*/ 420424 w 1885589"/>
              <a:gd name="connsiteY39" fmla="*/ 2677428 h 3454636"/>
              <a:gd name="connsiteX40" fmla="*/ 380736 w 1885589"/>
              <a:gd name="connsiteY40" fmla="*/ 2586121 h 3454636"/>
              <a:gd name="connsiteX41" fmla="*/ 344224 w 1885589"/>
              <a:gd name="connsiteY41" fmla="*/ 2493227 h 3454636"/>
              <a:gd name="connsiteX42" fmla="*/ 312474 w 1885589"/>
              <a:gd name="connsiteY42" fmla="*/ 2399539 h 3454636"/>
              <a:gd name="connsiteX43" fmla="*/ 283105 w 1885589"/>
              <a:gd name="connsiteY43" fmla="*/ 2303468 h 3454636"/>
              <a:gd name="connsiteX44" fmla="*/ 258499 w 1885589"/>
              <a:gd name="connsiteY44" fmla="*/ 2207398 h 3454636"/>
              <a:gd name="connsiteX45" fmla="*/ 235481 w 1885589"/>
              <a:gd name="connsiteY45" fmla="*/ 2110534 h 3454636"/>
              <a:gd name="connsiteX46" fmla="*/ 218811 w 1885589"/>
              <a:gd name="connsiteY46" fmla="*/ 2012876 h 3454636"/>
              <a:gd name="connsiteX47" fmla="*/ 205318 w 1885589"/>
              <a:gd name="connsiteY47" fmla="*/ 1913629 h 3454636"/>
              <a:gd name="connsiteX48" fmla="*/ 194999 w 1885589"/>
              <a:gd name="connsiteY48" fmla="*/ 1814383 h 3454636"/>
              <a:gd name="connsiteX49" fmla="*/ 188649 w 1885589"/>
              <a:gd name="connsiteY49" fmla="*/ 1715137 h 3454636"/>
              <a:gd name="connsiteX50" fmla="*/ 185474 w 1885589"/>
              <a:gd name="connsiteY50" fmla="*/ 1615097 h 3454636"/>
              <a:gd name="connsiteX51" fmla="*/ 187062 w 1885589"/>
              <a:gd name="connsiteY51" fmla="*/ 1514263 h 3454636"/>
              <a:gd name="connsiteX52" fmla="*/ 193412 w 1885589"/>
              <a:gd name="connsiteY52" fmla="*/ 1413428 h 3454636"/>
              <a:gd name="connsiteX53" fmla="*/ 202143 w 1885589"/>
              <a:gd name="connsiteY53" fmla="*/ 1312594 h 3454636"/>
              <a:gd name="connsiteX54" fmla="*/ 216430 w 1885589"/>
              <a:gd name="connsiteY54" fmla="*/ 1210966 h 3454636"/>
              <a:gd name="connsiteX55" fmla="*/ 234686 w 1885589"/>
              <a:gd name="connsiteY55" fmla="*/ 1110132 h 3454636"/>
              <a:gd name="connsiteX56" fmla="*/ 255324 w 1885589"/>
              <a:gd name="connsiteY56" fmla="*/ 1010886 h 3454636"/>
              <a:gd name="connsiteX57" fmla="*/ 281518 w 1885589"/>
              <a:gd name="connsiteY57" fmla="*/ 910052 h 3454636"/>
              <a:gd name="connsiteX58" fmla="*/ 310472 w 1885589"/>
              <a:gd name="connsiteY58" fmla="*/ 817968 h 3454636"/>
              <a:gd name="connsiteX59" fmla="*/ 0 w 1885589"/>
              <a:gd name="connsiteY59" fmla="*/ 717455 h 3454636"/>
              <a:gd name="connsiteX60" fmla="*/ 1273880 w 1885589"/>
              <a:gd name="connsiteY60" fmla="*/ 0 h 3454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1885589" h="3454636">
                <a:moveTo>
                  <a:pt x="1885589" y="1327902"/>
                </a:moveTo>
                <a:lnTo>
                  <a:pt x="1581646" y="1229503"/>
                </a:lnTo>
                <a:lnTo>
                  <a:pt x="1568187" y="1271308"/>
                </a:lnTo>
                <a:lnTo>
                  <a:pt x="1556281" y="1318946"/>
                </a:lnTo>
                <a:lnTo>
                  <a:pt x="1545168" y="1367378"/>
                </a:lnTo>
                <a:lnTo>
                  <a:pt x="1538024" y="1416605"/>
                </a:lnTo>
                <a:lnTo>
                  <a:pt x="1531675" y="1463449"/>
                </a:lnTo>
                <a:lnTo>
                  <a:pt x="1526912" y="1512675"/>
                </a:lnTo>
                <a:lnTo>
                  <a:pt x="1523737" y="1561107"/>
                </a:lnTo>
                <a:lnTo>
                  <a:pt x="1522149" y="1610333"/>
                </a:lnTo>
                <a:lnTo>
                  <a:pt x="1523737" y="1657177"/>
                </a:lnTo>
                <a:lnTo>
                  <a:pt x="1526912" y="1706404"/>
                </a:lnTo>
                <a:lnTo>
                  <a:pt x="1531674" y="1753247"/>
                </a:lnTo>
                <a:lnTo>
                  <a:pt x="1539612" y="1800886"/>
                </a:lnTo>
                <a:lnTo>
                  <a:pt x="1546756" y="1847730"/>
                </a:lnTo>
                <a:lnTo>
                  <a:pt x="1557868" y="1895368"/>
                </a:lnTo>
                <a:lnTo>
                  <a:pt x="1569774" y="1940625"/>
                </a:lnTo>
                <a:lnTo>
                  <a:pt x="1583268" y="1986675"/>
                </a:lnTo>
                <a:lnTo>
                  <a:pt x="1598349" y="2031137"/>
                </a:lnTo>
                <a:lnTo>
                  <a:pt x="1616606" y="2076393"/>
                </a:lnTo>
                <a:lnTo>
                  <a:pt x="1635656" y="2119267"/>
                </a:lnTo>
                <a:lnTo>
                  <a:pt x="1656293" y="2162142"/>
                </a:lnTo>
                <a:lnTo>
                  <a:pt x="1677725" y="2205016"/>
                </a:lnTo>
                <a:lnTo>
                  <a:pt x="1702331" y="2245508"/>
                </a:lnTo>
                <a:lnTo>
                  <a:pt x="1728524" y="2286795"/>
                </a:lnTo>
                <a:lnTo>
                  <a:pt x="1755512" y="2326493"/>
                </a:lnTo>
                <a:lnTo>
                  <a:pt x="1784881" y="2364604"/>
                </a:lnTo>
                <a:lnTo>
                  <a:pt x="1810395" y="2396840"/>
                </a:lnTo>
                <a:lnTo>
                  <a:pt x="781905" y="2520437"/>
                </a:lnTo>
                <a:lnTo>
                  <a:pt x="972095" y="3454636"/>
                </a:lnTo>
                <a:lnTo>
                  <a:pt x="932393" y="3416613"/>
                </a:lnTo>
                <a:lnTo>
                  <a:pt x="862543" y="3343569"/>
                </a:lnTo>
                <a:lnTo>
                  <a:pt x="795074" y="3267347"/>
                </a:lnTo>
                <a:lnTo>
                  <a:pt x="731574" y="3187950"/>
                </a:lnTo>
                <a:lnTo>
                  <a:pt x="672043" y="3108553"/>
                </a:lnTo>
                <a:lnTo>
                  <a:pt x="614099" y="3026774"/>
                </a:lnTo>
                <a:lnTo>
                  <a:pt x="560918" y="2941026"/>
                </a:lnTo>
                <a:lnTo>
                  <a:pt x="510118" y="2856071"/>
                </a:lnTo>
                <a:lnTo>
                  <a:pt x="464874" y="2767147"/>
                </a:lnTo>
                <a:lnTo>
                  <a:pt x="420424" y="2677428"/>
                </a:lnTo>
                <a:lnTo>
                  <a:pt x="380736" y="2586121"/>
                </a:lnTo>
                <a:lnTo>
                  <a:pt x="344224" y="2493227"/>
                </a:lnTo>
                <a:lnTo>
                  <a:pt x="312474" y="2399539"/>
                </a:lnTo>
                <a:lnTo>
                  <a:pt x="283105" y="2303468"/>
                </a:lnTo>
                <a:lnTo>
                  <a:pt x="258499" y="2207398"/>
                </a:lnTo>
                <a:lnTo>
                  <a:pt x="235481" y="2110534"/>
                </a:lnTo>
                <a:lnTo>
                  <a:pt x="218811" y="2012876"/>
                </a:lnTo>
                <a:lnTo>
                  <a:pt x="205318" y="1913629"/>
                </a:lnTo>
                <a:lnTo>
                  <a:pt x="194999" y="1814383"/>
                </a:lnTo>
                <a:lnTo>
                  <a:pt x="188649" y="1715137"/>
                </a:lnTo>
                <a:lnTo>
                  <a:pt x="185474" y="1615097"/>
                </a:lnTo>
                <a:lnTo>
                  <a:pt x="187062" y="1514263"/>
                </a:lnTo>
                <a:lnTo>
                  <a:pt x="193412" y="1413428"/>
                </a:lnTo>
                <a:lnTo>
                  <a:pt x="202143" y="1312594"/>
                </a:lnTo>
                <a:lnTo>
                  <a:pt x="216430" y="1210966"/>
                </a:lnTo>
                <a:lnTo>
                  <a:pt x="234686" y="1110132"/>
                </a:lnTo>
                <a:lnTo>
                  <a:pt x="255324" y="1010886"/>
                </a:lnTo>
                <a:lnTo>
                  <a:pt x="281518" y="910052"/>
                </a:lnTo>
                <a:lnTo>
                  <a:pt x="310472" y="817968"/>
                </a:lnTo>
                <a:lnTo>
                  <a:pt x="0" y="717455"/>
                </a:lnTo>
                <a:lnTo>
                  <a:pt x="1273880" y="0"/>
                </a:lnTo>
                <a:close/>
              </a:path>
            </a:pathLst>
          </a:custGeom>
          <a:solidFill>
            <a:srgbClr val="CFD0CB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b-NO"/>
          </a:p>
        </p:txBody>
      </p:sp>
      <p:sp>
        <p:nvSpPr>
          <p:cNvPr id="11" name="Frihåndsform: figur 10">
            <a:extLst>
              <a:ext uri="{FF2B5EF4-FFF2-40B4-BE49-F238E27FC236}">
                <a16:creationId xmlns:a16="http://schemas.microsoft.com/office/drawing/2014/main" id="{624863FA-91C4-115D-BF84-7579E009981F}"/>
              </a:ext>
            </a:extLst>
          </p:cNvPr>
          <p:cNvSpPr>
            <a:spLocks/>
          </p:cNvSpPr>
          <p:nvPr userDrawn="1"/>
        </p:nvSpPr>
        <p:spPr bwMode="auto">
          <a:xfrm rot="17276626">
            <a:off x="2849855" y="2370840"/>
            <a:ext cx="3371958" cy="2239056"/>
          </a:xfrm>
          <a:custGeom>
            <a:avLst/>
            <a:gdLst>
              <a:gd name="connsiteX0" fmla="*/ 3371958 w 3371958"/>
              <a:gd name="connsiteY0" fmla="*/ 990971 h 2239056"/>
              <a:gd name="connsiteX1" fmla="*/ 2297022 w 3371958"/>
              <a:gd name="connsiteY1" fmla="*/ 1981942 h 2239056"/>
              <a:gd name="connsiteX2" fmla="*/ 2297022 w 3371958"/>
              <a:gd name="connsiteY2" fmla="*/ 1660666 h 2239056"/>
              <a:gd name="connsiteX3" fmla="*/ 2252040 w 3371958"/>
              <a:gd name="connsiteY3" fmla="*/ 1662094 h 2239056"/>
              <a:gd name="connsiteX4" fmla="*/ 2201240 w 3371958"/>
              <a:gd name="connsiteY4" fmla="*/ 1664476 h 2239056"/>
              <a:gd name="connsiteX5" fmla="*/ 2152821 w 3371958"/>
              <a:gd name="connsiteY5" fmla="*/ 1669241 h 2239056"/>
              <a:gd name="connsiteX6" fmla="*/ 2103608 w 3371958"/>
              <a:gd name="connsiteY6" fmla="*/ 1677181 h 2239056"/>
              <a:gd name="connsiteX7" fmla="*/ 2056777 w 3371958"/>
              <a:gd name="connsiteY7" fmla="*/ 1684327 h 2239056"/>
              <a:gd name="connsiteX8" fmla="*/ 2009152 w 3371958"/>
              <a:gd name="connsiteY8" fmla="*/ 1695444 h 2239056"/>
              <a:gd name="connsiteX9" fmla="*/ 1962321 w 3371958"/>
              <a:gd name="connsiteY9" fmla="*/ 1708943 h 2239056"/>
              <a:gd name="connsiteX10" fmla="*/ 1916283 w 3371958"/>
              <a:gd name="connsiteY10" fmla="*/ 1722441 h 2239056"/>
              <a:gd name="connsiteX11" fmla="*/ 1870246 w 3371958"/>
              <a:gd name="connsiteY11" fmla="*/ 1738322 h 2239056"/>
              <a:gd name="connsiteX12" fmla="*/ 1826590 w 3371958"/>
              <a:gd name="connsiteY12" fmla="*/ 1756584 h 2239056"/>
              <a:gd name="connsiteX13" fmla="*/ 1782140 w 3371958"/>
              <a:gd name="connsiteY13" fmla="*/ 1776436 h 2239056"/>
              <a:gd name="connsiteX14" fmla="*/ 1739277 w 3371958"/>
              <a:gd name="connsiteY14" fmla="*/ 1796287 h 2239056"/>
              <a:gd name="connsiteX15" fmla="*/ 1697209 w 3371958"/>
              <a:gd name="connsiteY15" fmla="*/ 1818520 h 2239056"/>
              <a:gd name="connsiteX16" fmla="*/ 1655933 w 3371958"/>
              <a:gd name="connsiteY16" fmla="*/ 1843135 h 2239056"/>
              <a:gd name="connsiteX17" fmla="*/ 1616246 w 3371958"/>
              <a:gd name="connsiteY17" fmla="*/ 1869338 h 2239056"/>
              <a:gd name="connsiteX18" fmla="*/ 1576559 w 3371958"/>
              <a:gd name="connsiteY18" fmla="*/ 1896336 h 2239056"/>
              <a:gd name="connsiteX19" fmla="*/ 1501946 w 3371958"/>
              <a:gd name="connsiteY19" fmla="*/ 1955888 h 2239056"/>
              <a:gd name="connsiteX20" fmla="*/ 1431302 w 3371958"/>
              <a:gd name="connsiteY20" fmla="*/ 2020205 h 2239056"/>
              <a:gd name="connsiteX21" fmla="*/ 1366215 w 3371958"/>
              <a:gd name="connsiteY21" fmla="*/ 2090081 h 2239056"/>
              <a:gd name="connsiteX22" fmla="*/ 1306683 w 3371958"/>
              <a:gd name="connsiteY22" fmla="*/ 2166308 h 2239056"/>
              <a:gd name="connsiteX23" fmla="*/ 1277315 w 3371958"/>
              <a:gd name="connsiteY23" fmla="*/ 2204422 h 2239056"/>
              <a:gd name="connsiteX24" fmla="*/ 1256009 w 3371958"/>
              <a:gd name="connsiteY24" fmla="*/ 2239056 h 2239056"/>
              <a:gd name="connsiteX25" fmla="*/ 818702 w 3371958"/>
              <a:gd name="connsiteY25" fmla="*/ 1289746 h 2239056"/>
              <a:gd name="connsiteX26" fmla="*/ 0 w 3371958"/>
              <a:gd name="connsiteY26" fmla="*/ 1750843 h 2239056"/>
              <a:gd name="connsiteX27" fmla="*/ 15252 w 3371958"/>
              <a:gd name="connsiteY27" fmla="*/ 1720059 h 2239056"/>
              <a:gd name="connsiteX28" fmla="*/ 64465 w 3371958"/>
              <a:gd name="connsiteY28" fmla="*/ 1629538 h 2239056"/>
              <a:gd name="connsiteX29" fmla="*/ 114471 w 3371958"/>
              <a:gd name="connsiteY29" fmla="*/ 1542988 h 2239056"/>
              <a:gd name="connsiteX30" fmla="*/ 169240 w 3371958"/>
              <a:gd name="connsiteY30" fmla="*/ 1457232 h 2239056"/>
              <a:gd name="connsiteX31" fmla="*/ 227184 w 3371958"/>
              <a:gd name="connsiteY31" fmla="*/ 1375446 h 2239056"/>
              <a:gd name="connsiteX32" fmla="*/ 288302 w 3371958"/>
              <a:gd name="connsiteY32" fmla="*/ 1296043 h 2239056"/>
              <a:gd name="connsiteX33" fmla="*/ 352596 w 3371958"/>
              <a:gd name="connsiteY33" fmla="*/ 1219815 h 2239056"/>
              <a:gd name="connsiteX34" fmla="*/ 419271 w 3371958"/>
              <a:gd name="connsiteY34" fmla="*/ 1145175 h 2239056"/>
              <a:gd name="connsiteX35" fmla="*/ 488327 w 3371958"/>
              <a:gd name="connsiteY35" fmla="*/ 1072918 h 2239056"/>
              <a:gd name="connsiteX36" fmla="*/ 559765 w 3371958"/>
              <a:gd name="connsiteY36" fmla="*/ 1003042 h 2239056"/>
              <a:gd name="connsiteX37" fmla="*/ 634377 w 3371958"/>
              <a:gd name="connsiteY37" fmla="*/ 937931 h 2239056"/>
              <a:gd name="connsiteX38" fmla="*/ 712165 w 3371958"/>
              <a:gd name="connsiteY38" fmla="*/ 875202 h 2239056"/>
              <a:gd name="connsiteX39" fmla="*/ 791540 w 3371958"/>
              <a:gd name="connsiteY39" fmla="*/ 815650 h 2239056"/>
              <a:gd name="connsiteX40" fmla="*/ 872502 w 3371958"/>
              <a:gd name="connsiteY40" fmla="*/ 757685 h 2239056"/>
              <a:gd name="connsiteX41" fmla="*/ 955846 w 3371958"/>
              <a:gd name="connsiteY41" fmla="*/ 704484 h 2239056"/>
              <a:gd name="connsiteX42" fmla="*/ 1041571 w 3371958"/>
              <a:gd name="connsiteY42" fmla="*/ 653666 h 2239056"/>
              <a:gd name="connsiteX43" fmla="*/ 1129677 w 3371958"/>
              <a:gd name="connsiteY43" fmla="*/ 606817 h 2239056"/>
              <a:gd name="connsiteX44" fmla="*/ 1219371 w 3371958"/>
              <a:gd name="connsiteY44" fmla="*/ 562351 h 2239056"/>
              <a:gd name="connsiteX45" fmla="*/ 1311446 w 3371958"/>
              <a:gd name="connsiteY45" fmla="*/ 522650 h 2239056"/>
              <a:gd name="connsiteX46" fmla="*/ 1404315 w 3371958"/>
              <a:gd name="connsiteY46" fmla="*/ 486124 h 2239056"/>
              <a:gd name="connsiteX47" fmla="*/ 1498771 w 3371958"/>
              <a:gd name="connsiteY47" fmla="*/ 452774 h 2239056"/>
              <a:gd name="connsiteX48" fmla="*/ 1594815 w 3371958"/>
              <a:gd name="connsiteY48" fmla="*/ 423395 h 2239056"/>
              <a:gd name="connsiteX49" fmla="*/ 1692446 w 3371958"/>
              <a:gd name="connsiteY49" fmla="*/ 397986 h 2239056"/>
              <a:gd name="connsiteX50" fmla="*/ 1791665 w 3371958"/>
              <a:gd name="connsiteY50" fmla="*/ 374958 h 2239056"/>
              <a:gd name="connsiteX51" fmla="*/ 1890090 w 3371958"/>
              <a:gd name="connsiteY51" fmla="*/ 356695 h 2239056"/>
              <a:gd name="connsiteX52" fmla="*/ 1992484 w 3371958"/>
              <a:gd name="connsiteY52" fmla="*/ 343197 h 2239056"/>
              <a:gd name="connsiteX53" fmla="*/ 2094877 w 3371958"/>
              <a:gd name="connsiteY53" fmla="*/ 332080 h 2239056"/>
              <a:gd name="connsiteX54" fmla="*/ 2196477 w 3371958"/>
              <a:gd name="connsiteY54" fmla="*/ 326522 h 2239056"/>
              <a:gd name="connsiteX55" fmla="*/ 2297022 w 3371958"/>
              <a:gd name="connsiteY55" fmla="*/ 325010 h 2239056"/>
              <a:gd name="connsiteX56" fmla="*/ 2297022 w 3371958"/>
              <a:gd name="connsiteY56" fmla="*/ 0 h 2239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371958" h="2239056">
                <a:moveTo>
                  <a:pt x="3371958" y="990971"/>
                </a:moveTo>
                <a:lnTo>
                  <a:pt x="2297022" y="1981942"/>
                </a:lnTo>
                <a:lnTo>
                  <a:pt x="2297022" y="1660666"/>
                </a:lnTo>
                <a:lnTo>
                  <a:pt x="2252040" y="1662094"/>
                </a:lnTo>
                <a:lnTo>
                  <a:pt x="2201240" y="1664476"/>
                </a:lnTo>
                <a:lnTo>
                  <a:pt x="2152821" y="1669241"/>
                </a:lnTo>
                <a:lnTo>
                  <a:pt x="2103608" y="1677181"/>
                </a:lnTo>
                <a:lnTo>
                  <a:pt x="2056777" y="1684327"/>
                </a:lnTo>
                <a:lnTo>
                  <a:pt x="2009152" y="1695444"/>
                </a:lnTo>
                <a:lnTo>
                  <a:pt x="1962321" y="1708943"/>
                </a:lnTo>
                <a:lnTo>
                  <a:pt x="1916283" y="1722441"/>
                </a:lnTo>
                <a:lnTo>
                  <a:pt x="1870246" y="1738322"/>
                </a:lnTo>
                <a:lnTo>
                  <a:pt x="1826590" y="1756584"/>
                </a:lnTo>
                <a:lnTo>
                  <a:pt x="1782140" y="1776436"/>
                </a:lnTo>
                <a:lnTo>
                  <a:pt x="1739277" y="1796287"/>
                </a:lnTo>
                <a:lnTo>
                  <a:pt x="1697209" y="1818520"/>
                </a:lnTo>
                <a:lnTo>
                  <a:pt x="1655933" y="1843135"/>
                </a:lnTo>
                <a:lnTo>
                  <a:pt x="1616246" y="1869338"/>
                </a:lnTo>
                <a:lnTo>
                  <a:pt x="1576559" y="1896336"/>
                </a:lnTo>
                <a:lnTo>
                  <a:pt x="1501946" y="1955888"/>
                </a:lnTo>
                <a:lnTo>
                  <a:pt x="1431302" y="2020205"/>
                </a:lnTo>
                <a:lnTo>
                  <a:pt x="1366215" y="2090081"/>
                </a:lnTo>
                <a:lnTo>
                  <a:pt x="1306683" y="2166308"/>
                </a:lnTo>
                <a:lnTo>
                  <a:pt x="1277315" y="2204422"/>
                </a:lnTo>
                <a:lnTo>
                  <a:pt x="1256009" y="2239056"/>
                </a:lnTo>
                <a:lnTo>
                  <a:pt x="818702" y="1289746"/>
                </a:lnTo>
                <a:lnTo>
                  <a:pt x="0" y="1750843"/>
                </a:lnTo>
                <a:lnTo>
                  <a:pt x="15252" y="1720059"/>
                </a:lnTo>
                <a:lnTo>
                  <a:pt x="64465" y="1629538"/>
                </a:lnTo>
                <a:lnTo>
                  <a:pt x="114471" y="1542988"/>
                </a:lnTo>
                <a:lnTo>
                  <a:pt x="169240" y="1457232"/>
                </a:lnTo>
                <a:lnTo>
                  <a:pt x="227184" y="1375446"/>
                </a:lnTo>
                <a:lnTo>
                  <a:pt x="288302" y="1296043"/>
                </a:lnTo>
                <a:lnTo>
                  <a:pt x="352596" y="1219815"/>
                </a:lnTo>
                <a:lnTo>
                  <a:pt x="419271" y="1145175"/>
                </a:lnTo>
                <a:lnTo>
                  <a:pt x="488327" y="1072918"/>
                </a:lnTo>
                <a:lnTo>
                  <a:pt x="559765" y="1003042"/>
                </a:lnTo>
                <a:lnTo>
                  <a:pt x="634377" y="937931"/>
                </a:lnTo>
                <a:lnTo>
                  <a:pt x="712165" y="875202"/>
                </a:lnTo>
                <a:lnTo>
                  <a:pt x="791540" y="815650"/>
                </a:lnTo>
                <a:lnTo>
                  <a:pt x="872502" y="757685"/>
                </a:lnTo>
                <a:lnTo>
                  <a:pt x="955846" y="704484"/>
                </a:lnTo>
                <a:lnTo>
                  <a:pt x="1041571" y="653666"/>
                </a:lnTo>
                <a:lnTo>
                  <a:pt x="1129677" y="606817"/>
                </a:lnTo>
                <a:lnTo>
                  <a:pt x="1219371" y="562351"/>
                </a:lnTo>
                <a:lnTo>
                  <a:pt x="1311446" y="522650"/>
                </a:lnTo>
                <a:lnTo>
                  <a:pt x="1404315" y="486124"/>
                </a:lnTo>
                <a:lnTo>
                  <a:pt x="1498771" y="452774"/>
                </a:lnTo>
                <a:lnTo>
                  <a:pt x="1594815" y="423395"/>
                </a:lnTo>
                <a:lnTo>
                  <a:pt x="1692446" y="397986"/>
                </a:lnTo>
                <a:lnTo>
                  <a:pt x="1791665" y="374958"/>
                </a:lnTo>
                <a:lnTo>
                  <a:pt x="1890090" y="356695"/>
                </a:lnTo>
                <a:lnTo>
                  <a:pt x="1992484" y="343197"/>
                </a:lnTo>
                <a:lnTo>
                  <a:pt x="2094877" y="332080"/>
                </a:lnTo>
                <a:lnTo>
                  <a:pt x="2196477" y="326522"/>
                </a:lnTo>
                <a:lnTo>
                  <a:pt x="2297022" y="325010"/>
                </a:lnTo>
                <a:lnTo>
                  <a:pt x="2297022" y="0"/>
                </a:lnTo>
                <a:close/>
              </a:path>
            </a:pathLst>
          </a:custGeom>
          <a:solidFill>
            <a:srgbClr val="76767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b-NO" dirty="0"/>
          </a:p>
        </p:txBody>
      </p:sp>
      <p:sp>
        <p:nvSpPr>
          <p:cNvPr id="12" name="TekstSylinder 11">
            <a:extLst>
              <a:ext uri="{FF2B5EF4-FFF2-40B4-BE49-F238E27FC236}">
                <a16:creationId xmlns:a16="http://schemas.microsoft.com/office/drawing/2014/main" id="{EB966CFB-74AD-9A2D-468C-7C980B9B1C24}"/>
              </a:ext>
            </a:extLst>
          </p:cNvPr>
          <p:cNvSpPr txBox="1"/>
          <p:nvPr userDrawn="1"/>
        </p:nvSpPr>
        <p:spPr>
          <a:xfrm>
            <a:off x="233118" y="6034097"/>
            <a:ext cx="5268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dirty="0"/>
              <a:t>Se hvordan her: </a:t>
            </a:r>
            <a:r>
              <a:rPr lang="nb-NO" dirty="0">
                <a:hlinkClick r:id="rId2"/>
              </a:rPr>
              <a:t>https://www.youtube.com/watch?v=yRtFzT4kNrk</a:t>
            </a:r>
            <a:r>
              <a:rPr lang="nb-NO" dirty="0"/>
              <a:t> </a:t>
            </a:r>
          </a:p>
        </p:txBody>
      </p:sp>
      <p:pic>
        <p:nvPicPr>
          <p:cNvPr id="14" name="Grafikk 13">
            <a:extLst>
              <a:ext uri="{FF2B5EF4-FFF2-40B4-BE49-F238E27FC236}">
                <a16:creationId xmlns:a16="http://schemas.microsoft.com/office/drawing/2014/main" id="{B89F811C-FA7C-5C0F-450A-55B45D382A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81817" y="6119812"/>
            <a:ext cx="967283" cy="57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232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433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02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15459" y="662815"/>
            <a:ext cx="10515600" cy="644097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5459" y="2177396"/>
            <a:ext cx="10515600" cy="373259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4010887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0" r:id="rId1"/>
    <p:sldLayoutId id="2147483826" r:id="rId2"/>
    <p:sldLayoutId id="2147483922" r:id="rId3"/>
    <p:sldLayoutId id="2147483927" r:id="rId4"/>
    <p:sldLayoutId id="2147483815" r:id="rId5"/>
    <p:sldLayoutId id="2147483916" r:id="rId6"/>
    <p:sldLayoutId id="2147483917" r:id="rId7"/>
    <p:sldLayoutId id="2147483918" r:id="rId8"/>
    <p:sldLayoutId id="2147483919" r:id="rId9"/>
    <p:sldLayoutId id="2147483926" r:id="rId10"/>
    <p:sldLayoutId id="2147483672" r:id="rId11"/>
    <p:sldLayoutId id="2147483854" r:id="rId12"/>
    <p:sldLayoutId id="2147483920" r:id="rId13"/>
    <p:sldLayoutId id="2147483924" r:id="rId14"/>
    <p:sldLayoutId id="2147483913" r:id="rId15"/>
    <p:sldLayoutId id="2147483925" r:id="rId16"/>
    <p:sldLayoutId id="2147483691" r:id="rId17"/>
    <p:sldLayoutId id="2147483915" r:id="rId18"/>
    <p:sldLayoutId id="2147483737" r:id="rId19"/>
    <p:sldLayoutId id="2147483923" r:id="rId20"/>
    <p:sldLayoutId id="2147483911" r:id="rId21"/>
    <p:sldLayoutId id="2147483921" r:id="rId22"/>
    <p:sldLayoutId id="2147483929" r:id="rId23"/>
    <p:sldLayoutId id="2147483930" r:id="rId24"/>
  </p:sldLayoutIdLst>
  <p:hf sldNum="0" hdr="0" ftr="0" dt="0"/>
  <p:txStyles>
    <p:titleStyle>
      <a:lvl1pPr algn="l" defTabSz="914446" rtl="0" eaLnBrk="1" latinLnBrk="0" hangingPunct="1">
        <a:lnSpc>
          <a:spcPct val="90000"/>
        </a:lnSpc>
        <a:spcBef>
          <a:spcPct val="0"/>
        </a:spcBef>
        <a:buNone/>
        <a:defRPr sz="465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914446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2"/>
        </a:buClr>
        <a:buSzPct val="110000"/>
        <a:buFont typeface="Calibri" panose="020F0502020204030204" pitchFamily="34" charset="0"/>
        <a:buChar char="•"/>
        <a:defRPr sz="28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25475" indent="-266700" algn="l" defTabSz="914446" rtl="0" eaLnBrk="1" latinLnBrk="0" hangingPunct="1">
        <a:lnSpc>
          <a:spcPct val="90000"/>
        </a:lnSpc>
        <a:spcBef>
          <a:spcPts val="0"/>
        </a:spcBef>
        <a:buClr>
          <a:schemeClr val="accent2"/>
        </a:buClr>
        <a:buSzPct val="110000"/>
        <a:buFont typeface="Calibri" panose="020F0502020204030204" pitchFamily="34" charset="0"/>
        <a:buChar char="•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806450" indent="-266700" algn="l" defTabSz="914446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SzPct val="110000"/>
        <a:buFont typeface="Calibri" panose="020F0502020204030204" pitchFamily="34" charset="0"/>
        <a:buChar char="•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985838" indent="-266700" algn="l" defTabSz="914446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SzPct val="110000"/>
        <a:buFont typeface="Calibri" panose="020F0502020204030204" pitchFamily="34" charset="0"/>
        <a:buChar char="•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166813" indent="-266700" algn="l" defTabSz="914446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SzPct val="110000"/>
        <a:buFont typeface="Calibri" panose="020F0502020204030204" pitchFamily="34" charset="0"/>
        <a:buChar char="•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8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file:///C:\Users\gubi\github\AI4Research\KI4ResearchBlog.md" TargetMode="Externa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ekst 1">
            <a:extLst>
              <a:ext uri="{FF2B5EF4-FFF2-40B4-BE49-F238E27FC236}">
                <a16:creationId xmlns:a16="http://schemas.microsoft.com/office/drawing/2014/main" id="{6A8D9836-BB54-6215-65D7-168635F06B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nb-NO" dirty="0"/>
              <a:t>28.04.2026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BD002637-85EF-D782-895E-21AEB34302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87632" y="1436404"/>
            <a:ext cx="7807127" cy="2401042"/>
          </a:xfrm>
        </p:spPr>
        <p:txBody>
          <a:bodyPr/>
          <a:lstStyle/>
          <a:p>
            <a:r>
              <a:rPr lang="nb-NO" dirty="0"/>
              <a:t>KI i forskning: </a:t>
            </a:r>
            <a:br>
              <a:rPr lang="nb-NO" dirty="0"/>
            </a:br>
            <a:r>
              <a:rPr lang="nb-NO" dirty="0"/>
              <a:t>Utnytte styrkene, </a:t>
            </a:r>
            <a:br>
              <a:rPr lang="nb-NO" dirty="0"/>
            </a:br>
            <a:r>
              <a:rPr lang="nb-NO" dirty="0"/>
              <a:t>kontrollere svakhetene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779647AA-8DFE-94AD-3775-9554D346592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87633" y="4096793"/>
            <a:ext cx="7807127" cy="415627"/>
          </a:xfrm>
        </p:spPr>
        <p:txBody>
          <a:bodyPr/>
          <a:lstStyle/>
          <a:p>
            <a:r>
              <a:rPr lang="nb-NO" dirty="0"/>
              <a:t>Verktøy og teknikker for ansvarlig KI-bruk i forskning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41377BF-E64A-CB57-AFF8-5D2D013FCD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0182" y="3988525"/>
            <a:ext cx="2221818" cy="2866144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6EA29F5E-2471-A766-1689-CCE6F1BAC3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0182" y="0"/>
            <a:ext cx="2221818" cy="286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253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470" y="670429"/>
            <a:ext cx="10515600" cy="644097"/>
          </a:xfrm>
        </p:spPr>
        <p:txBody>
          <a:bodyPr/>
          <a:lstStyle/>
          <a:p>
            <a:r>
              <a:rPr lang="nb-NO" dirty="0"/>
              <a:t>One </a:t>
            </a:r>
            <a:r>
              <a:rPr lang="nb-NO" dirty="0" err="1"/>
              <a:t>shot</a:t>
            </a:r>
            <a:r>
              <a:rPr lang="nb-NO" dirty="0"/>
              <a:t> «forskning»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4347411" cy="4525963"/>
          </a:xfrm>
          <a:solidFill>
            <a:srgbClr val="D8EBF4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100" dirty="0"/>
              <a:t>Download </a:t>
            </a:r>
            <a:r>
              <a:rPr lang="en-US" sz="1100" dirty="0" err="1"/>
              <a:t>hsbc</a:t>
            </a:r>
            <a:r>
              <a:rPr lang="en-US" sz="1100" dirty="0"/>
              <a:t> data and metadata here: </a:t>
            </a:r>
            <a:br>
              <a:rPr lang="en-US" sz="1100" dirty="0"/>
            </a:br>
            <a:r>
              <a:rPr lang="en-US" sz="1100" dirty="0"/>
              <a:t>https://data-browser.hbsc.org/wp-content/uploads/csvs/data.csv  </a:t>
            </a:r>
            <a:br>
              <a:rPr lang="en-US" sz="1100" dirty="0"/>
            </a:br>
            <a:r>
              <a:rPr lang="en-US" sz="1100" dirty="0"/>
              <a:t>https://data-browser.hbsc.org/wp-content/uploads/csvs/metadata.csv.</a:t>
            </a:r>
          </a:p>
          <a:p>
            <a:pPr marL="0" indent="0">
              <a:buNone/>
            </a:pPr>
            <a:r>
              <a:rPr lang="en-US" sz="1100" dirty="0"/>
              <a:t>Then extract these data for 15 year olds</a:t>
            </a:r>
          </a:p>
          <a:p>
            <a:pPr marL="0" indent="0">
              <a:buNone/>
            </a:pPr>
            <a:r>
              <a:rPr lang="en-US" sz="1100" dirty="0"/>
              <a:t>- who-5-well-being-index</a:t>
            </a:r>
          </a:p>
          <a:p>
            <a:pPr marL="0" indent="0">
              <a:buNone/>
            </a:pPr>
            <a:r>
              <a:rPr lang="en-US" sz="1100" dirty="0"/>
              <a:t>- life satisfaction</a:t>
            </a:r>
          </a:p>
          <a:p>
            <a:pPr marL="0" indent="0">
              <a:buNone/>
            </a:pPr>
            <a:r>
              <a:rPr lang="en-US" sz="1100" dirty="0"/>
              <a:t>- self efficacy (2 measures)</a:t>
            </a:r>
          </a:p>
          <a:p>
            <a:pPr marL="0" indent="0">
              <a:buNone/>
            </a:pPr>
            <a:r>
              <a:rPr lang="en-US" sz="1100" dirty="0"/>
              <a:t>and calculate a composite score for each country.</a:t>
            </a:r>
          </a:p>
          <a:p>
            <a:pPr marL="0" indent="0">
              <a:buNone/>
            </a:pPr>
            <a:r>
              <a:rPr lang="en-US" sz="1100" dirty="0"/>
              <a:t>Next go to https://zenodo.org/records/13382904 and download the PISA 2022 student file.</a:t>
            </a:r>
          </a:p>
          <a:p>
            <a:pPr marL="0" indent="0">
              <a:buNone/>
            </a:pPr>
            <a:r>
              <a:rPr lang="en-US" sz="1100" dirty="0"/>
              <a:t>Build a composite score from reading, mathematics and science, and compute the average for each European country.</a:t>
            </a:r>
          </a:p>
          <a:p>
            <a:pPr marL="0" indent="0">
              <a:buNone/>
            </a:pPr>
            <a:r>
              <a:rPr lang="en-US" sz="1100" dirty="0"/>
              <a:t>Finally, plot a scatterplot with the composite HBSC score on the x-axis and the composite PISA score on the y-axis. Label all the Nordic countries and highlight Norway and save the figure as figures/scatter_pisa_hsbc.png</a:t>
            </a:r>
          </a:p>
          <a:p>
            <a:pPr marL="0" indent="0">
              <a:buNone/>
            </a:pPr>
            <a:r>
              <a:rPr lang="en-US" sz="1100" dirty="0"/>
              <a:t>Use R to do this.</a:t>
            </a:r>
          </a:p>
          <a:p>
            <a:pPr marL="0" indent="0">
              <a:buNone/>
            </a:pPr>
            <a:r>
              <a:rPr lang="en-US" sz="1100" dirty="0"/>
              <a:t>Document all steps in a script, which you save as scripts/</a:t>
            </a:r>
            <a:r>
              <a:rPr lang="en-US" sz="1100" dirty="0" err="1"/>
              <a:t>pisa_hbsc_scatter</a:t>
            </a:r>
            <a:r>
              <a:rPr lang="en-US" sz="1100" dirty="0"/>
              <a:t>.</a:t>
            </a:r>
          </a:p>
          <a:p>
            <a:pPr marL="0" indent="0">
              <a:buNone/>
            </a:pPr>
            <a:r>
              <a:rPr lang="en-US" sz="1100" dirty="0"/>
              <a:t>Save all data in the data folder.</a:t>
            </a:r>
          </a:p>
          <a:p>
            <a:pPr marL="0" indent="0">
              <a:buNone/>
            </a:pPr>
            <a:endParaRPr sz="600" dirty="0"/>
          </a:p>
        </p:txBody>
      </p:sp>
      <p:pic>
        <p:nvPicPr>
          <p:cNvPr id="4" name="Picture 1" descr="figures/pisa_hbsc_composite_scatt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57011" y="1461985"/>
            <a:ext cx="7234989" cy="49825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LLM-problemer for forskere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5459" y="2177396"/>
            <a:ext cx="10515600" cy="4191320"/>
          </a:xfrm>
        </p:spPr>
        <p:txBody>
          <a:bodyPr>
            <a:normAutofit fontScale="92500"/>
          </a:bodyPr>
          <a:lstStyle/>
          <a:p>
            <a:pPr lvl="0"/>
            <a:r>
              <a:rPr dirty="0"/>
              <a:t>LLM-er er </a:t>
            </a:r>
            <a:r>
              <a:rPr b="1" dirty="0" err="1"/>
              <a:t>prediksjons</a:t>
            </a:r>
            <a:r>
              <a:rPr b="1" dirty="0"/>
              <a:t>-/</a:t>
            </a:r>
            <a:r>
              <a:rPr b="1" dirty="0" err="1"/>
              <a:t>interpolasjonsmaskiner</a:t>
            </a:r>
            <a:r>
              <a:rPr dirty="0"/>
              <a:t>: De </a:t>
            </a:r>
            <a:r>
              <a:rPr dirty="0" err="1"/>
              <a:t>modellerer</a:t>
            </a:r>
            <a:r>
              <a:rPr dirty="0"/>
              <a:t> den </a:t>
            </a:r>
            <a:r>
              <a:rPr dirty="0" err="1"/>
              <a:t>temporale</a:t>
            </a:r>
            <a:r>
              <a:rPr dirty="0"/>
              <a:t> </a:t>
            </a:r>
            <a:r>
              <a:rPr dirty="0" err="1"/>
              <a:t>rekkefølgen</a:t>
            </a:r>
            <a:r>
              <a:rPr dirty="0"/>
              <a:t> </a:t>
            </a:r>
            <a:r>
              <a:rPr dirty="0" err="1"/>
              <a:t>til</a:t>
            </a:r>
            <a:r>
              <a:rPr dirty="0"/>
              <a:t> tokens (</a:t>
            </a:r>
            <a:r>
              <a:rPr dirty="0" err="1"/>
              <a:t>ord</a:t>
            </a:r>
            <a:r>
              <a:rPr lang="nb-NO" dirty="0"/>
              <a:t>eler</a:t>
            </a:r>
            <a:r>
              <a:rPr dirty="0"/>
              <a:t>)</a:t>
            </a:r>
          </a:p>
          <a:p>
            <a:pPr lvl="0"/>
            <a:r>
              <a:rPr dirty="0"/>
              <a:t>Dette er </a:t>
            </a:r>
            <a:r>
              <a:rPr b="1" dirty="0" err="1"/>
              <a:t>svært</a:t>
            </a:r>
            <a:r>
              <a:rPr b="1" dirty="0"/>
              <a:t> </a:t>
            </a:r>
            <a:r>
              <a:rPr b="1" dirty="0" err="1"/>
              <a:t>nyttig</a:t>
            </a:r>
            <a:r>
              <a:rPr dirty="0"/>
              <a:t>, </a:t>
            </a:r>
            <a:r>
              <a:rPr dirty="0" err="1"/>
              <a:t>fordi</a:t>
            </a:r>
            <a:r>
              <a:rPr dirty="0"/>
              <a:t> </a:t>
            </a:r>
            <a:r>
              <a:rPr dirty="0" err="1"/>
              <a:t>riktig</a:t>
            </a:r>
            <a:r>
              <a:rPr dirty="0"/>
              <a:t> </a:t>
            </a:r>
            <a:r>
              <a:rPr dirty="0" err="1"/>
              <a:t>ordnede</a:t>
            </a:r>
            <a:r>
              <a:rPr dirty="0"/>
              <a:t> </a:t>
            </a:r>
            <a:r>
              <a:rPr dirty="0" err="1"/>
              <a:t>ord</a:t>
            </a:r>
            <a:r>
              <a:rPr dirty="0"/>
              <a:t> </a:t>
            </a:r>
            <a:r>
              <a:rPr dirty="0" err="1"/>
              <a:t>faktisk</a:t>
            </a:r>
            <a:r>
              <a:rPr dirty="0"/>
              <a:t> </a:t>
            </a:r>
            <a:r>
              <a:rPr dirty="0" err="1"/>
              <a:t>inneholder</a:t>
            </a:r>
            <a:r>
              <a:rPr dirty="0"/>
              <a:t> </a:t>
            </a:r>
            <a:r>
              <a:rPr dirty="0" err="1"/>
              <a:t>mening</a:t>
            </a:r>
            <a:endParaRPr dirty="0"/>
          </a:p>
          <a:p>
            <a:pPr lvl="0"/>
            <a:r>
              <a:rPr dirty="0"/>
              <a:t>Men </a:t>
            </a:r>
            <a:r>
              <a:rPr dirty="0" err="1"/>
              <a:t>måten</a:t>
            </a:r>
            <a:r>
              <a:rPr dirty="0"/>
              <a:t> LLM-er er </a:t>
            </a:r>
            <a:r>
              <a:rPr dirty="0" err="1"/>
              <a:t>bygget</a:t>
            </a:r>
            <a:r>
              <a:rPr dirty="0"/>
              <a:t> </a:t>
            </a:r>
            <a:r>
              <a:rPr dirty="0" err="1"/>
              <a:t>på</a:t>
            </a:r>
            <a:r>
              <a:rPr dirty="0"/>
              <a:t> </a:t>
            </a:r>
            <a:r>
              <a:rPr dirty="0" err="1"/>
              <a:t>skaper</a:t>
            </a:r>
            <a:r>
              <a:rPr dirty="0"/>
              <a:t> 2 </a:t>
            </a:r>
            <a:r>
              <a:rPr dirty="0" err="1"/>
              <a:t>problemer</a:t>
            </a:r>
            <a:r>
              <a:rPr dirty="0"/>
              <a:t> for </a:t>
            </a:r>
            <a:r>
              <a:rPr dirty="0" err="1"/>
              <a:t>forskere</a:t>
            </a:r>
            <a:r>
              <a:rPr dirty="0"/>
              <a:t> </a:t>
            </a:r>
            <a:r>
              <a:rPr dirty="0" err="1"/>
              <a:t>når</a:t>
            </a:r>
            <a:r>
              <a:rPr dirty="0"/>
              <a:t> «nye» </a:t>
            </a:r>
            <a:r>
              <a:rPr dirty="0" err="1"/>
              <a:t>ordrekker</a:t>
            </a:r>
            <a:r>
              <a:rPr dirty="0"/>
              <a:t> </a:t>
            </a:r>
            <a:r>
              <a:rPr dirty="0" err="1"/>
              <a:t>genereres</a:t>
            </a:r>
            <a:endParaRPr dirty="0"/>
          </a:p>
          <a:p>
            <a:pPr lvl="1"/>
            <a:r>
              <a:rPr b="1" dirty="0" err="1"/>
              <a:t>Regresjon</a:t>
            </a:r>
            <a:r>
              <a:rPr b="1" dirty="0"/>
              <a:t> mot </a:t>
            </a:r>
            <a:r>
              <a:rPr b="1" dirty="0" err="1"/>
              <a:t>modalverdien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treningsdataene</a:t>
            </a:r>
            <a:endParaRPr dirty="0"/>
          </a:p>
          <a:p>
            <a:pPr lvl="1"/>
            <a:r>
              <a:rPr b="1" dirty="0" err="1"/>
              <a:t>Hallusinasjon</a:t>
            </a:r>
            <a:endParaRPr b="1" dirty="0"/>
          </a:p>
          <a:p>
            <a:pPr marL="0" indent="0">
              <a:buNone/>
            </a:pPr>
            <a:r>
              <a:rPr dirty="0"/>
              <a:t>Som </a:t>
            </a:r>
            <a:r>
              <a:rPr dirty="0" err="1"/>
              <a:t>forskere</a:t>
            </a:r>
            <a:r>
              <a:rPr dirty="0"/>
              <a:t> </a:t>
            </a:r>
            <a:r>
              <a:rPr dirty="0" err="1"/>
              <a:t>ønsker</a:t>
            </a:r>
            <a:r>
              <a:rPr dirty="0"/>
              <a:t> vi å </a:t>
            </a:r>
            <a:r>
              <a:rPr dirty="0" err="1"/>
              <a:t>utnytte</a:t>
            </a:r>
            <a:r>
              <a:rPr dirty="0"/>
              <a:t> </a:t>
            </a:r>
            <a:r>
              <a:rPr dirty="0" err="1"/>
              <a:t>nytten</a:t>
            </a:r>
            <a:r>
              <a:rPr dirty="0"/>
              <a:t> av LLM-er </a:t>
            </a:r>
            <a:r>
              <a:rPr dirty="0" err="1"/>
              <a:t>samtidig</a:t>
            </a:r>
            <a:r>
              <a:rPr dirty="0"/>
              <a:t> </a:t>
            </a:r>
            <a:r>
              <a:rPr dirty="0" err="1"/>
              <a:t>som</a:t>
            </a:r>
            <a:r>
              <a:rPr dirty="0"/>
              <a:t> vi </a:t>
            </a:r>
            <a:r>
              <a:rPr dirty="0" err="1"/>
              <a:t>kontrollerer</a:t>
            </a:r>
            <a:r>
              <a:rPr dirty="0"/>
              <a:t> </a:t>
            </a:r>
            <a:r>
              <a:rPr dirty="0" err="1"/>
              <a:t>problemene</a:t>
            </a:r>
            <a:r>
              <a:rPr dirty="0"/>
              <a:t> </a:t>
            </a:r>
            <a:r>
              <a:rPr dirty="0" err="1"/>
              <a:t>deres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Løsninger på LLM-problemer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dirty="0" err="1"/>
              <a:t>Aktiver</a:t>
            </a:r>
            <a:r>
              <a:rPr dirty="0"/>
              <a:t> </a:t>
            </a:r>
            <a:r>
              <a:rPr b="1" dirty="0" err="1"/>
              <a:t>utvidet</a:t>
            </a:r>
            <a:r>
              <a:rPr b="1" dirty="0"/>
              <a:t> </a:t>
            </a:r>
            <a:r>
              <a:rPr b="1" dirty="0" err="1"/>
              <a:t>resonnering</a:t>
            </a:r>
            <a:r>
              <a:rPr dirty="0"/>
              <a:t> for </a:t>
            </a:r>
            <a:r>
              <a:rPr dirty="0" err="1"/>
              <a:t>komplekse</a:t>
            </a:r>
            <a:r>
              <a:rPr dirty="0"/>
              <a:t> </a:t>
            </a:r>
            <a:r>
              <a:rPr dirty="0" err="1"/>
              <a:t>spørsmål</a:t>
            </a:r>
            <a:endParaRPr dirty="0"/>
          </a:p>
          <a:p>
            <a:pPr lvl="0"/>
            <a:r>
              <a:rPr dirty="0"/>
              <a:t>Gode </a:t>
            </a:r>
            <a:r>
              <a:rPr b="1" dirty="0" err="1"/>
              <a:t>egendefinerte</a:t>
            </a:r>
            <a:r>
              <a:rPr b="1" dirty="0"/>
              <a:t> </a:t>
            </a:r>
            <a:r>
              <a:rPr b="1" dirty="0" err="1"/>
              <a:t>instruksjoner</a:t>
            </a:r>
            <a:endParaRPr b="1" dirty="0"/>
          </a:p>
          <a:p>
            <a:pPr lvl="0"/>
            <a:r>
              <a:rPr dirty="0"/>
              <a:t>Gode </a:t>
            </a:r>
            <a:r>
              <a:rPr b="1" dirty="0" err="1"/>
              <a:t>spørringer</a:t>
            </a:r>
            <a:r>
              <a:rPr dirty="0"/>
              <a:t> (prompts)</a:t>
            </a:r>
          </a:p>
          <a:p>
            <a:pPr lvl="0"/>
            <a:r>
              <a:rPr dirty="0" err="1"/>
              <a:t>Fyll</a:t>
            </a:r>
            <a:r>
              <a:rPr dirty="0"/>
              <a:t> </a:t>
            </a:r>
            <a:r>
              <a:rPr b="1" dirty="0" err="1"/>
              <a:t>kontekstvinduene</a:t>
            </a:r>
            <a:r>
              <a:rPr dirty="0"/>
              <a:t> med relevant </a:t>
            </a:r>
            <a:r>
              <a:rPr dirty="0" err="1"/>
              <a:t>informasjon</a:t>
            </a:r>
            <a:endParaRPr dirty="0"/>
          </a:p>
          <a:p>
            <a:pPr lvl="0"/>
            <a:r>
              <a:rPr dirty="0"/>
              <a:t>Bruk </a:t>
            </a:r>
            <a:r>
              <a:rPr dirty="0" err="1"/>
              <a:t>verktøy</a:t>
            </a:r>
            <a:r>
              <a:rPr dirty="0"/>
              <a:t> med </a:t>
            </a:r>
            <a:r>
              <a:rPr b="1" dirty="0" err="1"/>
              <a:t>innebygd</a:t>
            </a:r>
            <a:r>
              <a:rPr b="1" dirty="0"/>
              <a:t> </a:t>
            </a:r>
            <a:r>
              <a:rPr b="1" dirty="0" err="1"/>
              <a:t>verifisering</a:t>
            </a:r>
            <a:endParaRPr b="1" dirty="0"/>
          </a:p>
          <a:p>
            <a:pPr lvl="0"/>
            <a:r>
              <a:rPr b="1" dirty="0"/>
              <a:t>Be LLM-er bare om å </a:t>
            </a:r>
            <a:r>
              <a:rPr b="1" dirty="0" err="1"/>
              <a:t>gjøre</a:t>
            </a:r>
            <a:r>
              <a:rPr b="1" dirty="0"/>
              <a:t> </a:t>
            </a:r>
            <a:r>
              <a:rPr b="1" dirty="0" err="1"/>
              <a:t>arbeid</a:t>
            </a:r>
            <a:r>
              <a:rPr b="1" dirty="0"/>
              <a:t> du </a:t>
            </a:r>
            <a:r>
              <a:rPr b="1" dirty="0" err="1"/>
              <a:t>kan</a:t>
            </a:r>
            <a:r>
              <a:rPr b="1" dirty="0"/>
              <a:t> </a:t>
            </a:r>
            <a:r>
              <a:rPr b="1" dirty="0" err="1"/>
              <a:t>verifisere</a:t>
            </a:r>
            <a:endParaRPr b="1" dirty="0"/>
          </a:p>
          <a:p>
            <a:pPr lvl="0"/>
            <a:r>
              <a:rPr b="1" dirty="0" err="1"/>
              <a:t>Datapersonvern</a:t>
            </a:r>
            <a:r>
              <a:rPr lang="nb-NO" b="1" dirty="0"/>
              <a:t>:</a:t>
            </a:r>
            <a:r>
              <a:rPr lang="nb-NO" dirty="0"/>
              <a:t> se </a:t>
            </a:r>
            <a:r>
              <a:rPr lang="nb-NO" dirty="0">
                <a:hlinkClick r:id="rId2" action="ppaction://hlinkfile"/>
              </a:rPr>
              <a:t>blogginnlegget</a:t>
            </a:r>
            <a:endParaRPr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5459" y="269623"/>
            <a:ext cx="10515600" cy="644151"/>
          </a:xfrm>
        </p:spPr>
        <p:txBody>
          <a:bodyPr/>
          <a:lstStyle/>
          <a:p>
            <a:r>
              <a:rPr dirty="0" err="1"/>
              <a:t>Egendefinerte</a:t>
            </a:r>
            <a:r>
              <a:rPr lang="nb-NO" dirty="0"/>
              <a:t> </a:t>
            </a:r>
            <a:r>
              <a:rPr dirty="0" err="1"/>
              <a:t>instruksjoner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0"/>
            <a:r>
              <a:rPr dirty="0"/>
              <a:t>Alle </a:t>
            </a:r>
            <a:r>
              <a:rPr dirty="0" err="1"/>
              <a:t>modeller</a:t>
            </a:r>
            <a:r>
              <a:rPr dirty="0"/>
              <a:t> lar deg </a:t>
            </a:r>
            <a:r>
              <a:rPr b="1" dirty="0" err="1"/>
              <a:t>endre</a:t>
            </a:r>
            <a:r>
              <a:rPr b="1" dirty="0"/>
              <a:t> </a:t>
            </a:r>
            <a:r>
              <a:rPr b="1" dirty="0" err="1"/>
              <a:t>personligheten</a:t>
            </a:r>
            <a:endParaRPr b="1" dirty="0"/>
          </a:p>
          <a:p>
            <a:pPr lvl="0"/>
            <a:r>
              <a:rPr dirty="0" err="1"/>
              <a:t>Gjelder</a:t>
            </a:r>
            <a:r>
              <a:rPr dirty="0"/>
              <a:t> </a:t>
            </a:r>
            <a:r>
              <a:rPr b="1" dirty="0"/>
              <a:t>alle </a:t>
            </a:r>
            <a:r>
              <a:rPr b="1" dirty="0" err="1"/>
              <a:t>samtaler</a:t>
            </a:r>
            <a:r>
              <a:rPr dirty="0"/>
              <a:t> — sett </a:t>
            </a:r>
            <a:r>
              <a:rPr dirty="0" err="1"/>
              <a:t>én</a:t>
            </a:r>
            <a:r>
              <a:rPr dirty="0"/>
              <a:t> gang, </a:t>
            </a:r>
            <a:r>
              <a:rPr dirty="0" err="1"/>
              <a:t>alltid</a:t>
            </a:r>
            <a:r>
              <a:rPr dirty="0"/>
              <a:t> </a:t>
            </a:r>
            <a:r>
              <a:rPr dirty="0" err="1"/>
              <a:t>aktiv</a:t>
            </a:r>
            <a:endParaRPr lang="nb-NO" dirty="0"/>
          </a:p>
          <a:p>
            <a:pPr lvl="0"/>
            <a:r>
              <a:rPr dirty="0" err="1"/>
              <a:t>Instruksjoner</a:t>
            </a:r>
            <a:r>
              <a:rPr dirty="0"/>
              <a:t> for </a:t>
            </a:r>
            <a:r>
              <a:rPr dirty="0" err="1"/>
              <a:t>forskere</a:t>
            </a:r>
            <a:r>
              <a:rPr dirty="0"/>
              <a:t>:</a:t>
            </a:r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3E8E1442-AAE7-008F-E9CE-E5019200D21E}"/>
              </a:ext>
            </a:extLst>
          </p:cNvPr>
          <p:cNvSpPr txBox="1"/>
          <p:nvPr/>
        </p:nvSpPr>
        <p:spPr>
          <a:xfrm>
            <a:off x="787399" y="4494275"/>
            <a:ext cx="8894011" cy="2246769"/>
          </a:xfrm>
          <a:prstGeom prst="rect">
            <a:avLst/>
          </a:prstGeom>
          <a:solidFill>
            <a:srgbClr val="D8EBF4"/>
          </a:solidFill>
        </p:spPr>
        <p:txBody>
          <a:bodyPr wrap="square">
            <a:spAutoFit/>
          </a:bodyPr>
          <a:lstStyle/>
          <a:p>
            <a:r>
              <a:rPr lang="en-US" sz="2000" b="1" dirty="0"/>
              <a:t>Say “I don’t know” </a:t>
            </a:r>
            <a:r>
              <a:rPr lang="en-US" sz="2000" dirty="0"/>
              <a:t>rather than guessing; never fabricate citations or statistics</a:t>
            </a:r>
          </a:p>
          <a:p>
            <a:r>
              <a:rPr lang="en-US" sz="2000" b="1" dirty="0"/>
              <a:t>Use tools </a:t>
            </a:r>
            <a:r>
              <a:rPr lang="en-US" sz="2000" dirty="0"/>
              <a:t>like web search or python to verify facts before stating them</a:t>
            </a:r>
          </a:p>
          <a:p>
            <a:r>
              <a:rPr lang="en-US" sz="2000" b="1" dirty="0"/>
              <a:t>Push back </a:t>
            </a:r>
            <a:r>
              <a:rPr lang="en-US" sz="2000" dirty="0"/>
              <a:t>on flawed reasoning or unsupported claims</a:t>
            </a:r>
          </a:p>
          <a:p>
            <a:r>
              <a:rPr lang="en-US" sz="2000" b="1" dirty="0"/>
              <a:t>Think step by step </a:t>
            </a:r>
            <a:r>
              <a:rPr lang="en-US" sz="2000" dirty="0"/>
              <a:t>and check your reasoning before answering</a:t>
            </a:r>
          </a:p>
          <a:p>
            <a:r>
              <a:rPr lang="en-US" sz="2000" b="1" dirty="0"/>
              <a:t>Cite primary literature</a:t>
            </a:r>
            <a:r>
              <a:rPr lang="en-US" sz="2000" dirty="0"/>
              <a:t>; prefer peer-reviewed sources over summaries</a:t>
            </a:r>
          </a:p>
          <a:p>
            <a:r>
              <a:rPr lang="en-US" sz="2000" b="1" dirty="0"/>
              <a:t>Read papers critically</a:t>
            </a:r>
            <a:r>
              <a:rPr lang="en-US" sz="2000" dirty="0"/>
              <a:t>: flag when conclusions outrun the evidence</a:t>
            </a:r>
          </a:p>
          <a:p>
            <a:r>
              <a:rPr lang="en-US" sz="2000" b="1" dirty="0"/>
              <a:t>Be concise</a:t>
            </a:r>
            <a:r>
              <a:rPr lang="en-US" sz="2000" dirty="0"/>
              <a:t>; do not pad responses or ask unnecessary follow-up questions</a:t>
            </a:r>
          </a:p>
        </p:txBody>
      </p:sp>
      <p:pic>
        <p:nvPicPr>
          <p:cNvPr id="11" name="Bilde 10">
            <a:extLst>
              <a:ext uri="{FF2B5EF4-FFF2-40B4-BE49-F238E27FC236}">
                <a16:creationId xmlns:a16="http://schemas.microsoft.com/office/drawing/2014/main" id="{321DCA87-999D-0C68-EB1D-B22DB36104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9348" y="839728"/>
            <a:ext cx="4688323" cy="3458540"/>
          </a:xfrm>
          <a:prstGeom prst="rect">
            <a:avLst/>
          </a:prstGeom>
        </p:spPr>
      </p:pic>
      <p:pic>
        <p:nvPicPr>
          <p:cNvPr id="13" name="Bilde 12">
            <a:extLst>
              <a:ext uri="{FF2B5EF4-FFF2-40B4-BE49-F238E27FC236}">
                <a16:creationId xmlns:a16="http://schemas.microsoft.com/office/drawing/2014/main" id="{B263933F-8D1A-E5C9-D143-D575BFAAE2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1656" y="839728"/>
            <a:ext cx="4661510" cy="3458540"/>
          </a:xfrm>
          <a:prstGeom prst="rect">
            <a:avLst/>
          </a:prstGeom>
        </p:spPr>
      </p:pic>
      <p:pic>
        <p:nvPicPr>
          <p:cNvPr id="15" name="Bilde 14">
            <a:extLst>
              <a:ext uri="{FF2B5EF4-FFF2-40B4-BE49-F238E27FC236}">
                <a16:creationId xmlns:a16="http://schemas.microsoft.com/office/drawing/2014/main" id="{1AE7E1E9-58B4-AB9E-098D-C967484F3D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249" y="839728"/>
            <a:ext cx="4674769" cy="3458540"/>
          </a:xfrm>
          <a:prstGeom prst="rect">
            <a:avLst/>
          </a:prstGeom>
        </p:spPr>
      </p:pic>
      <p:pic>
        <p:nvPicPr>
          <p:cNvPr id="17" name="Bilde 16">
            <a:extLst>
              <a:ext uri="{FF2B5EF4-FFF2-40B4-BE49-F238E27FC236}">
                <a16:creationId xmlns:a16="http://schemas.microsoft.com/office/drawing/2014/main" id="{22102073-AC7C-6DF6-5405-B63B3137B9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5951" y="839728"/>
            <a:ext cx="4669924" cy="34585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"/>
                                            </p:cond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0"/>
                            </p:stCondLst>
                            <p:childTnLst>
                              <p:par>
                                <p:cTn id="17" presetID="10" presetClass="entr" presetSubtype="0" repeatCount="102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"/>
                                            </p:cond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Tilpassede chatboter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t>Definer og bruk oppgavespesifikke chatboter</a:t>
            </a:r>
          </a:p>
          <a:p>
            <a:pPr lvl="0"/>
            <a:r>
              <a:t>Gi ytterligere informasjon om ønsket atferd</a:t>
            </a:r>
          </a:p>
          <a:p>
            <a:pPr lvl="0"/>
            <a:r>
              <a:t>Eksempler:</a:t>
            </a:r>
          </a:p>
          <a:p>
            <a:pPr lvl="1"/>
            <a:r>
              <a:t>Metodekonsulent, kopiredaktør engelsk, søknadsrådgiver, kopiredaktør «enkelt språk»</a:t>
            </a:r>
          </a:p>
        </p:txBody>
      </p:sp>
      <p:sp>
        <p:nvSpPr>
          <p:cNvPr id="6" name="TekstSylinder 5">
            <a:extLst>
              <a:ext uri="{FF2B5EF4-FFF2-40B4-BE49-F238E27FC236}">
                <a16:creationId xmlns:a16="http://schemas.microsoft.com/office/drawing/2014/main" id="{2A44B655-A031-F0A1-B557-61BFB4F1A8BA}"/>
              </a:ext>
            </a:extLst>
          </p:cNvPr>
          <p:cNvSpPr txBox="1"/>
          <p:nvPr/>
        </p:nvSpPr>
        <p:spPr>
          <a:xfrm>
            <a:off x="719721" y="5633722"/>
            <a:ext cx="1079188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nb-NO" sz="1600" b="1" dirty="0"/>
              <a:t>Chatbot-innhold</a:t>
            </a:r>
            <a:r>
              <a:rPr lang="nb-NO" sz="1600" dirty="0"/>
              <a:t>: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nb-NO" sz="1600" dirty="0"/>
              <a:t>Navn, Beskrivelse,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nb-NO" sz="1600" b="1" dirty="0"/>
              <a:t>Instruksjoner, Kunnskap,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nb-NO" sz="1600" dirty="0"/>
              <a:t>Verktøy 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FC50D1C1-B40F-797E-0E2E-0BA3A10F3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881" y="1306912"/>
            <a:ext cx="5153985" cy="3834881"/>
          </a:xfrm>
          <a:prstGeom prst="rect">
            <a:avLst/>
          </a:prstGeom>
        </p:spPr>
      </p:pic>
      <p:pic>
        <p:nvPicPr>
          <p:cNvPr id="9" name="Bilde 8">
            <a:extLst>
              <a:ext uri="{FF2B5EF4-FFF2-40B4-BE49-F238E27FC236}">
                <a16:creationId xmlns:a16="http://schemas.microsoft.com/office/drawing/2014/main" id="{63A9A7B6-47B1-D471-3399-FA17073896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869" y="1306912"/>
            <a:ext cx="5165997" cy="3834881"/>
          </a:xfrm>
          <a:prstGeom prst="rect">
            <a:avLst/>
          </a:prstGeom>
        </p:spPr>
      </p:pic>
      <p:pic>
        <p:nvPicPr>
          <p:cNvPr id="11" name="Bilde 10">
            <a:extLst>
              <a:ext uri="{FF2B5EF4-FFF2-40B4-BE49-F238E27FC236}">
                <a16:creationId xmlns:a16="http://schemas.microsoft.com/office/drawing/2014/main" id="{B68CAC41-908B-30A7-0495-D4E2E7B630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733" y="1306912"/>
            <a:ext cx="5190005" cy="383488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"/>
                                            </p:cond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Augmented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2"/>
            <a:ext cx="5384800" cy="2505749"/>
          </a:xfrm>
        </p:spPr>
        <p:txBody>
          <a:bodyPr>
            <a:normAutofit/>
          </a:bodyPr>
          <a:lstStyle/>
          <a:p>
            <a:pPr lvl="0"/>
            <a:r>
              <a:rPr dirty="0" err="1"/>
              <a:t>Begrenser</a:t>
            </a:r>
            <a:r>
              <a:rPr dirty="0"/>
              <a:t> </a:t>
            </a:r>
            <a:r>
              <a:rPr dirty="0" err="1"/>
              <a:t>svar</a:t>
            </a:r>
            <a:r>
              <a:rPr dirty="0"/>
              <a:t> </a:t>
            </a:r>
            <a:r>
              <a:rPr dirty="0" err="1"/>
              <a:t>til</a:t>
            </a:r>
            <a:r>
              <a:rPr dirty="0"/>
              <a:t> relevant </a:t>
            </a:r>
            <a:r>
              <a:rPr dirty="0" err="1"/>
              <a:t>tekst</a:t>
            </a:r>
            <a:r>
              <a:rPr dirty="0"/>
              <a:t> </a:t>
            </a:r>
            <a:r>
              <a:rPr dirty="0" err="1"/>
              <a:t>fra</a:t>
            </a:r>
            <a:r>
              <a:rPr dirty="0"/>
              <a:t> de </a:t>
            </a:r>
            <a:r>
              <a:rPr b="1" dirty="0" err="1"/>
              <a:t>opp</a:t>
            </a:r>
            <a:r>
              <a:rPr lang="nb-NO" b="1" dirty="0"/>
              <a:t>lastete</a:t>
            </a:r>
            <a:r>
              <a:rPr b="1" dirty="0"/>
              <a:t> </a:t>
            </a:r>
            <a:r>
              <a:rPr b="1" dirty="0" err="1"/>
              <a:t>dokumentene</a:t>
            </a:r>
            <a:endParaRPr b="1" dirty="0"/>
          </a:p>
          <a:p>
            <a:pPr lvl="0"/>
            <a:r>
              <a:rPr dirty="0"/>
              <a:t>Bruker </a:t>
            </a:r>
            <a:r>
              <a:rPr b="1" dirty="0" err="1"/>
              <a:t>semantisk</a:t>
            </a:r>
            <a:r>
              <a:rPr b="1" dirty="0"/>
              <a:t> </a:t>
            </a:r>
            <a:r>
              <a:rPr b="1" dirty="0" err="1"/>
              <a:t>søk</a:t>
            </a:r>
            <a:r>
              <a:rPr b="1" dirty="0"/>
              <a:t> </a:t>
            </a:r>
            <a:r>
              <a:rPr dirty="0"/>
              <a:t>for å </a:t>
            </a:r>
            <a:r>
              <a:rPr dirty="0" err="1"/>
              <a:t>finne</a:t>
            </a:r>
            <a:r>
              <a:rPr dirty="0"/>
              <a:t> relevant </a:t>
            </a:r>
            <a:r>
              <a:rPr dirty="0" err="1"/>
              <a:t>tekst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kunnskapsbase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7A64828-B6D4-2B00-A4F0-8EC810DE4289}"/>
              </a:ext>
            </a:extLst>
          </p:cNvPr>
          <p:cNvSpPr txBox="1">
            <a:spLocks/>
          </p:cNvSpPr>
          <p:nvPr/>
        </p:nvSpPr>
        <p:spPr>
          <a:xfrm>
            <a:off x="609600" y="4853594"/>
            <a:ext cx="8518530" cy="189930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60363" indent="-360363" algn="l" defTabSz="914446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Calibri" panose="020F0502020204030204" pitchFamily="34" charset="0"/>
              <a:buChar char="•"/>
              <a:defRPr sz="2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25475" indent="-266700" algn="l" defTabSz="914446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2"/>
              </a:buClr>
              <a:buSzPct val="110000"/>
              <a:buFont typeface="Calibri" panose="020F0502020204030204" pitchFamily="34" charset="0"/>
              <a:buChar char="•"/>
              <a:defRPr sz="2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6450" indent="-266700" algn="l" defTabSz="914446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SzPct val="110000"/>
              <a:buFont typeface="Calibri" panose="020F0502020204030204" pitchFamily="34" charset="0"/>
              <a:buChar char="•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85838" indent="-266700" algn="l" defTabSz="914446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SzPct val="110000"/>
              <a:buFont typeface="Calibri" panose="020F0502020204030204" pitchFamily="34" charset="0"/>
              <a:buChar char="•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66813" indent="-266700" algn="l" defTabSz="914446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SzPct val="110000"/>
              <a:buFont typeface="Calibri" panose="020F0502020204030204" pitchFamily="34" charset="0"/>
              <a:buChar char="•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8" indent="-228611" algn="l" defTabSz="9144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buFont typeface="Arial" panose="020B0604020202020204" pitchFamily="34" charset="0"/>
              <a:buChar char="•"/>
            </a:pPr>
            <a:r>
              <a:rPr lang="nb-NO" b="1" dirty="0" err="1"/>
              <a:t>Elicit</a:t>
            </a:r>
            <a:r>
              <a:rPr lang="nb-NO" dirty="0"/>
              <a:t> (elicit.com, flott men bruker mest sammendrag)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nb-NO" b="1" dirty="0" err="1"/>
              <a:t>NotebookLM</a:t>
            </a:r>
            <a:r>
              <a:rPr lang="nb-NO" dirty="0"/>
              <a:t> (https://notebooklm.google.com/)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nb-NO" dirty="0"/>
              <a:t>Også her: Søppel inn, søppel ut. (</a:t>
            </a:r>
            <a:r>
              <a:rPr lang="nb-NO" dirty="0" err="1">
                <a:latin typeface="Courier"/>
              </a:rPr>
              <a:t>pdfParser</a:t>
            </a:r>
            <a:r>
              <a:rPr lang="nb-NO" dirty="0"/>
              <a:t> i R)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5C813E71-47A1-97CA-3CF0-58646C511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066" y="1371980"/>
            <a:ext cx="4906348" cy="3416545"/>
          </a:xfrm>
          <a:prstGeom prst="rect">
            <a:avLst/>
          </a:prstGeom>
        </p:spPr>
      </p:pic>
      <p:pic>
        <p:nvPicPr>
          <p:cNvPr id="10" name="Bilde 9">
            <a:extLst>
              <a:ext uri="{FF2B5EF4-FFF2-40B4-BE49-F238E27FC236}">
                <a16:creationId xmlns:a16="http://schemas.microsoft.com/office/drawing/2014/main" id="{4E96E6D1-983A-2A95-440C-C6D23C4C81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065" y="1552906"/>
            <a:ext cx="4906348" cy="3078586"/>
          </a:xfrm>
          <a:prstGeom prst="rect">
            <a:avLst/>
          </a:prstGeom>
        </p:spPr>
      </p:pic>
      <p:pic>
        <p:nvPicPr>
          <p:cNvPr id="12" name="Bilde 11">
            <a:extLst>
              <a:ext uri="{FF2B5EF4-FFF2-40B4-BE49-F238E27FC236}">
                <a16:creationId xmlns:a16="http://schemas.microsoft.com/office/drawing/2014/main" id="{3EFAA687-C182-8444-8DDF-480E7CE9A6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064" y="1558828"/>
            <a:ext cx="4906349" cy="30726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repeatCount="102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0"/>
                            </p:stCondLst>
                            <p:childTnLst>
                              <p:par>
                                <p:cTn id="13" presetID="10" presetClass="entr" presetSubtype="0" repeatCount="98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"/>
                                            </p:cond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Tekstgenerering med verifisering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 err="1"/>
              <a:t>Rapporter</a:t>
            </a:r>
            <a:r>
              <a:rPr dirty="0"/>
              <a:t> for </a:t>
            </a:r>
            <a:r>
              <a:rPr dirty="0" err="1"/>
              <a:t>hundrevis</a:t>
            </a:r>
            <a:r>
              <a:rPr dirty="0"/>
              <a:t> av </a:t>
            </a:r>
            <a:r>
              <a:rPr dirty="0" err="1"/>
              <a:t>kommuner</a:t>
            </a:r>
            <a:r>
              <a:rPr dirty="0"/>
              <a:t>, </a:t>
            </a:r>
            <a:r>
              <a:rPr dirty="0" err="1"/>
              <a:t>skoler</a:t>
            </a:r>
            <a:r>
              <a:rPr dirty="0"/>
              <a:t>, … — å </a:t>
            </a:r>
            <a:r>
              <a:rPr dirty="0" err="1"/>
              <a:t>skrive</a:t>
            </a:r>
            <a:r>
              <a:rPr dirty="0"/>
              <a:t> </a:t>
            </a:r>
            <a:r>
              <a:rPr dirty="0" err="1"/>
              <a:t>undergruppespecifik</a:t>
            </a:r>
            <a:r>
              <a:rPr dirty="0"/>
              <a:t> </a:t>
            </a:r>
            <a:r>
              <a:rPr dirty="0" err="1"/>
              <a:t>tekst</a:t>
            </a:r>
            <a:r>
              <a:rPr dirty="0"/>
              <a:t> for </a:t>
            </a:r>
            <a:r>
              <a:rPr dirty="0" err="1"/>
              <a:t>hånd</a:t>
            </a:r>
            <a:r>
              <a:rPr dirty="0"/>
              <a:t> </a:t>
            </a:r>
            <a:r>
              <a:rPr dirty="0" err="1"/>
              <a:t>skalerer</a:t>
            </a:r>
            <a:r>
              <a:rPr dirty="0"/>
              <a:t> </a:t>
            </a:r>
            <a:r>
              <a:rPr dirty="0" err="1"/>
              <a:t>ikke</a:t>
            </a:r>
            <a:endParaRPr dirty="0"/>
          </a:p>
          <a:p>
            <a:pPr lvl="0"/>
            <a:r>
              <a:rPr dirty="0"/>
              <a:t>LLM-er </a:t>
            </a:r>
            <a:r>
              <a:rPr dirty="0" err="1"/>
              <a:t>kan</a:t>
            </a:r>
            <a:r>
              <a:rPr dirty="0"/>
              <a:t> </a:t>
            </a:r>
            <a:r>
              <a:rPr dirty="0" err="1"/>
              <a:t>generere</a:t>
            </a:r>
            <a:r>
              <a:rPr dirty="0"/>
              <a:t> </a:t>
            </a:r>
            <a:r>
              <a:rPr dirty="0" err="1"/>
              <a:t>denne</a:t>
            </a:r>
            <a:r>
              <a:rPr dirty="0"/>
              <a:t> </a:t>
            </a:r>
            <a:r>
              <a:rPr dirty="0" err="1"/>
              <a:t>teksten</a:t>
            </a:r>
            <a:r>
              <a:rPr dirty="0"/>
              <a:t> </a:t>
            </a:r>
            <a:r>
              <a:rPr dirty="0" err="1"/>
              <a:t>automatisk</a:t>
            </a:r>
            <a:r>
              <a:rPr dirty="0"/>
              <a:t> </a:t>
            </a:r>
            <a:r>
              <a:rPr dirty="0" err="1"/>
              <a:t>fra</a:t>
            </a:r>
            <a:r>
              <a:rPr dirty="0"/>
              <a:t> </a:t>
            </a:r>
            <a:r>
              <a:rPr dirty="0" err="1"/>
              <a:t>statistiske</a:t>
            </a:r>
            <a:r>
              <a:rPr dirty="0"/>
              <a:t> </a:t>
            </a:r>
            <a:r>
              <a:rPr dirty="0" err="1"/>
              <a:t>tabeller</a:t>
            </a:r>
            <a:endParaRPr dirty="0"/>
          </a:p>
          <a:p>
            <a:pPr lvl="0"/>
            <a:r>
              <a:rPr dirty="0" err="1"/>
              <a:t>Også</a:t>
            </a:r>
            <a:r>
              <a:rPr dirty="0"/>
              <a:t> </a:t>
            </a:r>
            <a:r>
              <a:rPr dirty="0" err="1"/>
              <a:t>nyttig</a:t>
            </a:r>
            <a:r>
              <a:rPr dirty="0"/>
              <a:t> for å </a:t>
            </a:r>
            <a:r>
              <a:rPr dirty="0" err="1"/>
              <a:t>utarbeide</a:t>
            </a:r>
            <a:r>
              <a:rPr dirty="0"/>
              <a:t> </a:t>
            </a:r>
            <a:r>
              <a:rPr dirty="0" err="1"/>
              <a:t>resultatdeler</a:t>
            </a:r>
            <a:r>
              <a:rPr dirty="0"/>
              <a:t> </a:t>
            </a:r>
            <a:r>
              <a:rPr dirty="0" err="1"/>
              <a:t>fra</a:t>
            </a:r>
            <a:r>
              <a:rPr dirty="0"/>
              <a:t> </a:t>
            </a:r>
            <a:r>
              <a:rPr dirty="0" err="1"/>
              <a:t>analyseresultater</a:t>
            </a:r>
            <a:endParaRPr dirty="0"/>
          </a:p>
          <a:p>
            <a:pPr lvl="0"/>
            <a:r>
              <a:rPr dirty="0"/>
              <a:t>Risiko: </a:t>
            </a:r>
            <a:r>
              <a:rPr dirty="0" err="1"/>
              <a:t>Hallusinasjon</a:t>
            </a:r>
            <a:r>
              <a:rPr dirty="0"/>
              <a:t> av tall: </a:t>
            </a:r>
            <a:r>
              <a:rPr b="1" dirty="0" err="1"/>
              <a:t>programmatisk</a:t>
            </a:r>
            <a:r>
              <a:rPr b="1" dirty="0"/>
              <a:t> </a:t>
            </a:r>
            <a:r>
              <a:rPr b="1" dirty="0" err="1"/>
              <a:t>verifisering</a:t>
            </a:r>
            <a:endParaRPr b="1" dirty="0"/>
          </a:p>
          <a:p>
            <a:pPr lvl="0"/>
            <a:r>
              <a:rPr dirty="0"/>
              <a:t>I R: </a:t>
            </a:r>
            <a:r>
              <a:rPr dirty="0" err="1">
                <a:latin typeface="Courier"/>
              </a:rPr>
              <a:t>tblscribe</a:t>
            </a:r>
            <a:br>
              <a:rPr lang="nb-NO" dirty="0">
                <a:latin typeface="Courier"/>
              </a:rPr>
            </a:br>
            <a:r>
              <a:rPr dirty="0"/>
              <a:t>(</a:t>
            </a:r>
            <a:r>
              <a:rPr dirty="0" err="1"/>
              <a:t>sammenligner</a:t>
            </a:r>
            <a:r>
              <a:rPr dirty="0"/>
              <a:t> tall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generert</a:t>
            </a:r>
            <a:r>
              <a:rPr dirty="0"/>
              <a:t> </a:t>
            </a:r>
            <a:r>
              <a:rPr dirty="0" err="1"/>
              <a:t>tekst</a:t>
            </a:r>
            <a:r>
              <a:rPr dirty="0"/>
              <a:t> mot </a:t>
            </a:r>
            <a:r>
              <a:rPr dirty="0" err="1"/>
              <a:t>kildetabellen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Agentbaserte systemer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99" y="1600201"/>
            <a:ext cx="6304444" cy="4525963"/>
          </a:xfrm>
        </p:spPr>
        <p:txBody>
          <a:bodyPr>
            <a:normAutofit lnSpcReduction="10000"/>
          </a:bodyPr>
          <a:lstStyle/>
          <a:p>
            <a:pPr lvl="0"/>
            <a:r>
              <a:rPr dirty="0" err="1"/>
              <a:t>Planlegger</a:t>
            </a:r>
            <a:r>
              <a:rPr dirty="0"/>
              <a:t> </a:t>
            </a:r>
            <a:r>
              <a:rPr dirty="0" err="1"/>
              <a:t>og</a:t>
            </a:r>
            <a:r>
              <a:rPr dirty="0"/>
              <a:t> </a:t>
            </a:r>
            <a:r>
              <a:rPr dirty="0" err="1"/>
              <a:t>gjennomfører</a:t>
            </a:r>
            <a:r>
              <a:rPr dirty="0"/>
              <a:t> </a:t>
            </a:r>
            <a:r>
              <a:rPr dirty="0" err="1"/>
              <a:t>flertrinnsoppgaver</a:t>
            </a:r>
            <a:r>
              <a:rPr dirty="0"/>
              <a:t> med minimal input.</a:t>
            </a:r>
          </a:p>
          <a:p>
            <a:pPr lvl="0"/>
            <a:r>
              <a:rPr dirty="0"/>
              <a:t>Kan </a:t>
            </a:r>
            <a:r>
              <a:rPr dirty="0" err="1"/>
              <a:t>bruke</a:t>
            </a:r>
            <a:r>
              <a:rPr dirty="0"/>
              <a:t> </a:t>
            </a:r>
            <a:r>
              <a:rPr dirty="0" err="1"/>
              <a:t>eksterne</a:t>
            </a:r>
            <a:r>
              <a:rPr dirty="0"/>
              <a:t> </a:t>
            </a:r>
            <a:r>
              <a:rPr dirty="0" err="1"/>
              <a:t>verktøy</a:t>
            </a:r>
            <a:r>
              <a:rPr dirty="0"/>
              <a:t>: </a:t>
            </a:r>
            <a:r>
              <a:rPr dirty="0" err="1"/>
              <a:t>nettsøk</a:t>
            </a:r>
            <a:r>
              <a:rPr dirty="0"/>
              <a:t>, </a:t>
            </a:r>
            <a:r>
              <a:rPr dirty="0" err="1"/>
              <a:t>filsystem</a:t>
            </a:r>
            <a:r>
              <a:rPr dirty="0"/>
              <a:t>, </a:t>
            </a:r>
            <a:r>
              <a:rPr dirty="0" err="1"/>
              <a:t>databaser</a:t>
            </a:r>
            <a:r>
              <a:rPr dirty="0"/>
              <a:t> </a:t>
            </a:r>
            <a:r>
              <a:rPr dirty="0" err="1"/>
              <a:t>og</a:t>
            </a:r>
            <a:r>
              <a:rPr dirty="0"/>
              <a:t> API-er.</a:t>
            </a:r>
          </a:p>
          <a:p>
            <a:pPr lvl="0"/>
            <a:r>
              <a:rPr b="1" dirty="0"/>
              <a:t>Skriver </a:t>
            </a:r>
            <a:r>
              <a:rPr b="1" dirty="0" err="1"/>
              <a:t>og</a:t>
            </a:r>
            <a:r>
              <a:rPr b="1" dirty="0"/>
              <a:t> </a:t>
            </a:r>
            <a:r>
              <a:rPr b="1" dirty="0" err="1"/>
              <a:t>kjører</a:t>
            </a:r>
            <a:r>
              <a:rPr b="1" dirty="0"/>
              <a:t> </a:t>
            </a:r>
            <a:r>
              <a:rPr b="1" dirty="0" err="1"/>
              <a:t>kode</a:t>
            </a:r>
            <a:r>
              <a:rPr b="1" dirty="0"/>
              <a:t>.</a:t>
            </a:r>
          </a:p>
          <a:p>
            <a:pPr lvl="0"/>
            <a:r>
              <a:rPr dirty="0"/>
              <a:t>Arbeider </a:t>
            </a:r>
            <a:r>
              <a:rPr dirty="0" err="1"/>
              <a:t>iterativt</a:t>
            </a:r>
            <a:r>
              <a:rPr dirty="0"/>
              <a:t> — </a:t>
            </a:r>
            <a:r>
              <a:rPr dirty="0" err="1"/>
              <a:t>kjører</a:t>
            </a:r>
            <a:r>
              <a:rPr dirty="0"/>
              <a:t> </a:t>
            </a:r>
            <a:r>
              <a:rPr dirty="0" err="1"/>
              <a:t>kode</a:t>
            </a:r>
            <a:r>
              <a:rPr dirty="0"/>
              <a:t>, </a:t>
            </a:r>
            <a:r>
              <a:rPr dirty="0" err="1"/>
              <a:t>leser</a:t>
            </a:r>
            <a:r>
              <a:rPr dirty="0"/>
              <a:t> </a:t>
            </a:r>
            <a:r>
              <a:rPr dirty="0" err="1"/>
              <a:t>feil</a:t>
            </a:r>
            <a:r>
              <a:rPr dirty="0"/>
              <a:t> </a:t>
            </a:r>
            <a:r>
              <a:rPr dirty="0" err="1"/>
              <a:t>og</a:t>
            </a:r>
            <a:r>
              <a:rPr dirty="0"/>
              <a:t> </a:t>
            </a:r>
            <a:r>
              <a:rPr b="1" dirty="0" err="1"/>
              <a:t>korrigerer</a:t>
            </a:r>
            <a:r>
              <a:rPr b="1" dirty="0"/>
              <a:t> seg </a:t>
            </a:r>
            <a:r>
              <a:rPr b="1" dirty="0" err="1"/>
              <a:t>selv</a:t>
            </a:r>
            <a:r>
              <a:rPr dirty="0"/>
              <a:t>.</a:t>
            </a:r>
          </a:p>
          <a:p>
            <a:pPr lvl="0"/>
            <a:r>
              <a:rPr dirty="0"/>
              <a:t>Mest </a:t>
            </a:r>
            <a:r>
              <a:rPr dirty="0" err="1"/>
              <a:t>effektivt</a:t>
            </a:r>
            <a:r>
              <a:rPr dirty="0"/>
              <a:t> </a:t>
            </a:r>
            <a:r>
              <a:rPr dirty="0" err="1"/>
              <a:t>når</a:t>
            </a:r>
            <a:r>
              <a:rPr dirty="0"/>
              <a:t> du </a:t>
            </a:r>
            <a:r>
              <a:rPr dirty="0" err="1"/>
              <a:t>kan</a:t>
            </a:r>
            <a:r>
              <a:rPr dirty="0"/>
              <a:t> </a:t>
            </a:r>
            <a:r>
              <a:rPr dirty="0" err="1"/>
              <a:t>vurdere</a:t>
            </a:r>
            <a:r>
              <a:rPr dirty="0"/>
              <a:t> om </a:t>
            </a:r>
            <a:r>
              <a:rPr dirty="0" err="1"/>
              <a:t>resultatet</a:t>
            </a:r>
            <a:r>
              <a:rPr dirty="0"/>
              <a:t> er </a:t>
            </a:r>
            <a:r>
              <a:rPr dirty="0" err="1"/>
              <a:t>korrekt</a:t>
            </a:r>
            <a:r>
              <a:rPr dirty="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6443" y="1600202"/>
            <a:ext cx="4555958" cy="2249904"/>
          </a:xfrm>
        </p:spPr>
        <p:txBody>
          <a:bodyPr>
            <a:normAutofit lnSpcReduction="10000"/>
          </a:bodyPr>
          <a:lstStyle/>
          <a:p>
            <a:pPr lvl="0"/>
            <a:r>
              <a:rPr sz="1867" dirty="0"/>
              <a:t>cursor.com</a:t>
            </a:r>
          </a:p>
          <a:p>
            <a:pPr lvl="0"/>
            <a:r>
              <a:rPr sz="1867" dirty="0"/>
              <a:t>anthropic.com/product/</a:t>
            </a:r>
            <a:r>
              <a:rPr sz="1867" dirty="0" err="1"/>
              <a:t>claude</a:t>
            </a:r>
            <a:r>
              <a:rPr sz="1867" dirty="0"/>
              <a:t>-code</a:t>
            </a:r>
          </a:p>
          <a:p>
            <a:pPr lvl="0"/>
            <a:r>
              <a:rPr sz="1867" dirty="0"/>
              <a:t>anthropic.com/product/</a:t>
            </a:r>
            <a:r>
              <a:rPr sz="1867" dirty="0" err="1"/>
              <a:t>claude-cowork</a:t>
            </a:r>
            <a:endParaRPr sz="1867" dirty="0"/>
          </a:p>
          <a:p>
            <a:pPr lvl="0"/>
            <a:r>
              <a:rPr sz="1867" dirty="0"/>
              <a:t>https://antigravity.google/</a:t>
            </a:r>
          </a:p>
          <a:p>
            <a:pPr lvl="0"/>
            <a:r>
              <a:rPr sz="1867" dirty="0"/>
              <a:t>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e 3">
            <a:extLst>
              <a:ext uri="{FF2B5EF4-FFF2-40B4-BE49-F238E27FC236}">
                <a16:creationId xmlns:a16="http://schemas.microsoft.com/office/drawing/2014/main" id="{00208CF0-D7C4-F515-3BDE-B295133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870"/>
          <a:stretch>
            <a:fillRect/>
          </a:stretch>
        </p:blipFill>
        <p:spPr>
          <a:xfrm>
            <a:off x="9970182" y="4446727"/>
            <a:ext cx="2221818" cy="2411273"/>
          </a:xfrm>
          <a:prstGeom prst="rect">
            <a:avLst/>
          </a:prstGeom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9E3C1D8D-0200-3065-A2E0-870D1A5A2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973"/>
          <a:stretch>
            <a:fillRect/>
          </a:stretch>
        </p:blipFill>
        <p:spPr>
          <a:xfrm>
            <a:off x="10053772" y="1"/>
            <a:ext cx="2138228" cy="23729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Oppsummering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5459" y="1796716"/>
            <a:ext cx="10063139" cy="4732553"/>
          </a:xfrm>
        </p:spPr>
        <p:txBody>
          <a:bodyPr>
            <a:normAutofit lnSpcReduction="10000"/>
          </a:bodyPr>
          <a:lstStyle/>
          <a:p>
            <a:pPr lvl="0"/>
            <a:r>
              <a:rPr dirty="0"/>
              <a:t>LLM-er er </a:t>
            </a:r>
            <a:r>
              <a:rPr dirty="0" err="1"/>
              <a:t>ekstremt</a:t>
            </a:r>
            <a:r>
              <a:rPr dirty="0"/>
              <a:t> </a:t>
            </a:r>
            <a:r>
              <a:rPr dirty="0" err="1"/>
              <a:t>kraftige</a:t>
            </a:r>
            <a:r>
              <a:rPr dirty="0"/>
              <a:t>, men </a:t>
            </a:r>
            <a:r>
              <a:rPr dirty="0" err="1"/>
              <a:t>også</a:t>
            </a:r>
            <a:r>
              <a:rPr dirty="0"/>
              <a:t> </a:t>
            </a:r>
            <a:r>
              <a:rPr dirty="0" err="1"/>
              <a:t>feilbarlige</a:t>
            </a:r>
            <a:endParaRPr dirty="0"/>
          </a:p>
          <a:p>
            <a:pPr lvl="0"/>
            <a:r>
              <a:rPr dirty="0" err="1"/>
              <a:t>Trenger</a:t>
            </a:r>
            <a:r>
              <a:rPr dirty="0"/>
              <a:t> </a:t>
            </a:r>
            <a:r>
              <a:rPr dirty="0" err="1"/>
              <a:t>sikkerhetstiltak</a:t>
            </a:r>
            <a:r>
              <a:rPr dirty="0"/>
              <a:t>: </a:t>
            </a:r>
            <a:r>
              <a:rPr dirty="0" err="1"/>
              <a:t>Egendefinerte</a:t>
            </a:r>
            <a:r>
              <a:rPr dirty="0"/>
              <a:t> </a:t>
            </a:r>
            <a:r>
              <a:rPr dirty="0" err="1"/>
              <a:t>instruksjoner</a:t>
            </a:r>
            <a:r>
              <a:rPr dirty="0"/>
              <a:t>, </a:t>
            </a:r>
            <a:r>
              <a:rPr dirty="0" err="1"/>
              <a:t>tilpassede</a:t>
            </a:r>
            <a:r>
              <a:rPr dirty="0"/>
              <a:t> </a:t>
            </a:r>
            <a:r>
              <a:rPr dirty="0" err="1"/>
              <a:t>chatboter</a:t>
            </a:r>
            <a:r>
              <a:rPr dirty="0"/>
              <a:t>, RAG, </a:t>
            </a:r>
            <a:r>
              <a:rPr dirty="0" err="1"/>
              <a:t>programmatisk</a:t>
            </a:r>
            <a:r>
              <a:rPr dirty="0"/>
              <a:t> </a:t>
            </a:r>
            <a:r>
              <a:rPr dirty="0" err="1"/>
              <a:t>verifisering</a:t>
            </a:r>
            <a:endParaRPr dirty="0"/>
          </a:p>
          <a:p>
            <a:pPr lvl="0"/>
            <a:r>
              <a:rPr dirty="0" err="1"/>
              <a:t>Agentbaserte</a:t>
            </a:r>
            <a:r>
              <a:rPr dirty="0"/>
              <a:t> </a:t>
            </a:r>
            <a:r>
              <a:rPr dirty="0" err="1"/>
              <a:t>systemer</a:t>
            </a:r>
            <a:r>
              <a:rPr dirty="0"/>
              <a:t> er </a:t>
            </a:r>
            <a:r>
              <a:rPr dirty="0" err="1"/>
              <a:t>neste</a:t>
            </a:r>
            <a:r>
              <a:rPr dirty="0"/>
              <a:t> </a:t>
            </a:r>
            <a:r>
              <a:rPr dirty="0" err="1"/>
              <a:t>steg</a:t>
            </a:r>
            <a:endParaRPr dirty="0"/>
          </a:p>
          <a:p>
            <a:pPr lvl="0"/>
            <a:r>
              <a:rPr dirty="0"/>
              <a:t>LLM-er </a:t>
            </a:r>
            <a:r>
              <a:rPr dirty="0" err="1"/>
              <a:t>multipliserer</a:t>
            </a:r>
            <a:r>
              <a:rPr dirty="0"/>
              <a:t> </a:t>
            </a:r>
            <a:r>
              <a:rPr dirty="0" err="1"/>
              <a:t>kompetansene</a:t>
            </a:r>
            <a:r>
              <a:rPr dirty="0"/>
              <a:t> du </a:t>
            </a:r>
            <a:r>
              <a:rPr dirty="0" err="1"/>
              <a:t>allerede</a:t>
            </a:r>
            <a:r>
              <a:rPr dirty="0"/>
              <a:t> </a:t>
            </a:r>
            <a:r>
              <a:rPr dirty="0" err="1"/>
              <a:t>har</a:t>
            </a:r>
            <a:br>
              <a:rPr lang="nb-NO" dirty="0"/>
            </a:br>
            <a:endParaRPr dirty="0"/>
          </a:p>
          <a:p>
            <a:pPr marL="0" indent="0">
              <a:buNone/>
            </a:pPr>
            <a:r>
              <a:rPr b="1" dirty="0"/>
              <a:t>Vi </a:t>
            </a:r>
            <a:r>
              <a:rPr b="1" dirty="0" err="1"/>
              <a:t>blir</a:t>
            </a:r>
            <a:r>
              <a:rPr b="1" dirty="0"/>
              <a:t> </a:t>
            </a:r>
            <a:r>
              <a:rPr b="1" dirty="0" err="1"/>
              <a:t>stadig</a:t>
            </a:r>
            <a:r>
              <a:rPr b="1" dirty="0"/>
              <a:t> </a:t>
            </a:r>
            <a:r>
              <a:rPr b="1" dirty="0" err="1"/>
              <a:t>bedt</a:t>
            </a:r>
            <a:r>
              <a:rPr b="1" dirty="0"/>
              <a:t> om å </a:t>
            </a:r>
            <a:r>
              <a:rPr b="1" dirty="0" err="1"/>
              <a:t>produsere</a:t>
            </a:r>
            <a:r>
              <a:rPr b="1" dirty="0"/>
              <a:t> relevant </a:t>
            </a:r>
            <a:r>
              <a:rPr b="1" dirty="0" err="1"/>
              <a:t>forskning</a:t>
            </a:r>
            <a:r>
              <a:rPr b="1" dirty="0"/>
              <a:t> — </a:t>
            </a:r>
            <a:r>
              <a:rPr b="1" dirty="0" err="1"/>
              <a:t>raskt</a:t>
            </a:r>
            <a:r>
              <a:rPr b="1" dirty="0"/>
              <a:t>. </a:t>
            </a:r>
            <a:endParaRPr lang="nb-NO" b="1" dirty="0"/>
          </a:p>
          <a:p>
            <a:pPr marL="0" indent="0">
              <a:buNone/>
            </a:pPr>
            <a:r>
              <a:rPr b="1" dirty="0"/>
              <a:t>KI-</a:t>
            </a:r>
            <a:r>
              <a:rPr b="1" dirty="0" err="1"/>
              <a:t>verktøyene</a:t>
            </a:r>
            <a:r>
              <a:rPr b="1" dirty="0"/>
              <a:t> for </a:t>
            </a:r>
            <a:r>
              <a:rPr b="1" dirty="0" err="1"/>
              <a:t>dette</a:t>
            </a:r>
            <a:r>
              <a:rPr b="1" dirty="0"/>
              <a:t> </a:t>
            </a:r>
            <a:r>
              <a:rPr b="1" dirty="0" err="1"/>
              <a:t>finnes</a:t>
            </a:r>
            <a:r>
              <a:rPr b="1" dirty="0"/>
              <a:t>. </a:t>
            </a:r>
            <a:endParaRPr lang="nb-NO" b="1" dirty="0"/>
          </a:p>
          <a:p>
            <a:pPr marL="0" indent="0">
              <a:buNone/>
            </a:pPr>
            <a:r>
              <a:rPr b="1" dirty="0"/>
              <a:t>Det vi </a:t>
            </a:r>
            <a:r>
              <a:rPr b="1" dirty="0" err="1"/>
              <a:t>trenger</a:t>
            </a:r>
            <a:r>
              <a:rPr b="1" dirty="0"/>
              <a:t> </a:t>
            </a:r>
            <a:r>
              <a:rPr b="1" dirty="0" err="1"/>
              <a:t>nå</a:t>
            </a:r>
            <a:r>
              <a:rPr b="1" dirty="0"/>
              <a:t>, er å </a:t>
            </a:r>
            <a:r>
              <a:rPr b="1" dirty="0" err="1"/>
              <a:t>lære</a:t>
            </a:r>
            <a:r>
              <a:rPr b="1" dirty="0"/>
              <a:t> å </a:t>
            </a:r>
            <a:r>
              <a:rPr b="1" dirty="0" err="1"/>
              <a:t>bruke</a:t>
            </a:r>
            <a:r>
              <a:rPr b="1" dirty="0"/>
              <a:t> dem </a:t>
            </a:r>
            <a:r>
              <a:rPr b="1" dirty="0" err="1"/>
              <a:t>godt</a:t>
            </a:r>
            <a:r>
              <a:rPr b="1"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FHI 2024">
      <a:dk1>
        <a:srgbClr val="393C61"/>
      </a:dk1>
      <a:lt1>
        <a:srgbClr val="FFFFFF"/>
      </a:lt1>
      <a:dk2>
        <a:srgbClr val="222222"/>
      </a:dk2>
      <a:lt2>
        <a:srgbClr val="FAD8D7"/>
      </a:lt2>
      <a:accent1>
        <a:srgbClr val="65ADC3"/>
      </a:accent1>
      <a:accent2>
        <a:srgbClr val="EE7068"/>
      </a:accent2>
      <a:accent3>
        <a:srgbClr val="68CDAF"/>
      </a:accent3>
      <a:accent4>
        <a:srgbClr val="F7B665"/>
      </a:accent4>
      <a:accent5>
        <a:srgbClr val="435C68"/>
      </a:accent5>
      <a:accent6>
        <a:srgbClr val="767676"/>
      </a:accent6>
      <a:hlink>
        <a:srgbClr val="386E84"/>
      </a:hlink>
      <a:folHlink>
        <a:srgbClr val="767676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al FHI 2024.pptx" id="{5627FC42-59DF-4551-BB05-36D74CEB3923}" vid="{D2BD3721-571A-472D-971E-1F5FB3EF39CB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A7636CBF0F76C4885B2E48468442857" ma:contentTypeVersion="4" ma:contentTypeDescription="Opprett et nytt dokument." ma:contentTypeScope="" ma:versionID="95e1da9a7fb406eda465a3527e34e1a8">
  <xsd:schema xmlns:xsd="http://www.w3.org/2001/XMLSchema" xmlns:xs="http://www.w3.org/2001/XMLSchema" xmlns:p="http://schemas.microsoft.com/office/2006/metadata/properties" xmlns:ns2="c3bbeb12-9185-454e-86f1-2fe318731de3" targetNamespace="http://schemas.microsoft.com/office/2006/metadata/properties" ma:root="true" ma:fieldsID="e7c968c134b73d0c4ce09cd6cace67d0" ns2:_="">
    <xsd:import namespace="c3bbeb12-9185-454e-86f1-2fe318731de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bbeb12-9185-454e-86f1-2fe318731d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AAEADB7-E3AD-46B7-AA21-B5023B583EE7}">
  <ds:schemaRefs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c3bbeb12-9185-454e-86f1-2fe318731de3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D68526E-AB19-42FB-A34B-7F9F206EE4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3bbeb12-9185-454e-86f1-2fe318731d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557068-32CB-4A75-BA58-9F3C0FB7C79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[Presentasjonsmal_NO]</Template>
  <TotalTime>0</TotalTime>
  <Words>723</Words>
  <Application>Microsoft Office PowerPoint</Application>
  <PresentationFormat>Widescreen</PresentationFormat>
  <Paragraphs>82</Paragraphs>
  <Slides>10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</vt:lpstr>
      <vt:lpstr>Office-tema</vt:lpstr>
      <vt:lpstr>PowerPoint-presentasjon</vt:lpstr>
      <vt:lpstr>One shot «forskning»</vt:lpstr>
      <vt:lpstr>LLM-problemer for forskere</vt:lpstr>
      <vt:lpstr>Løsninger på LLM-problemer</vt:lpstr>
      <vt:lpstr>Egendefinerte instruksjoner</vt:lpstr>
      <vt:lpstr>Tilpassede chatboter</vt:lpstr>
      <vt:lpstr>Retrieval Augmented Generation</vt:lpstr>
      <vt:lpstr>Tekstgenerering med verifisering</vt:lpstr>
      <vt:lpstr>Agentbaserte systemer</vt:lpstr>
      <vt:lpstr>Oppsummering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Guido Philipp Emmanuel Biele</dc:creator>
  <cp:lastModifiedBy>Guido Philipp Emmanuel Biele</cp:lastModifiedBy>
  <cp:revision>6</cp:revision>
  <dcterms:created xsi:type="dcterms:W3CDTF">2026-04-23T12:48:12Z</dcterms:created>
  <dcterms:modified xsi:type="dcterms:W3CDTF">2026-04-28T07:21:41Z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0x010100AA7636CBF0F76C4885B2E48468442857</vt:lpwstr>
  </property>
  <property fmtid="{D5CDD505-2E9C-101B-9397-08002B2CF9AE}" pid="3" name="TaxKeyword">
    <vt:lpwstr/>
  </property>
  <property fmtid="{D5CDD505-2E9C-101B-9397-08002B2CF9AE}" pid="4" name="MediaServiceImageTags">
    <vt:lpwstr/>
  </property>
  <property fmtid="{D5CDD505-2E9C-101B-9397-08002B2CF9AE}" pid="5" name="FHI_Topic">
    <vt:lpwstr>1;#Grafikk/design|abd6547c-3db3-4774-9a58-34d089437463;#2;#Foto/video|2d93bb1a-c6b1-4388-9016-7231accce0b7;#3;#Kommunikasjon|dd9224db-6926-4d09-8bf4-12359b890369</vt:lpwstr>
  </property>
</Properties>
</file>